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74320"/>
            <a:ext cx="2011680" cy="20116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09728"/>
            <a:ext cx="822960" cy="8229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6172200"/>
            <a:ext cx="594360" cy="5943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72768"/>
            <a:ext cx="7315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3619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424160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 工程落地、运行验证与可观测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3822192"/>
            <a:ext cx="6099048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67328"/>
            <a:ext cx="60990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Infra 新智基座 · 初赛方案 · 第五章（权重 20%）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515600" cy="64008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720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 · 全流程 GUI 闭环 · OTel 可观测 · </a:t>
            </a:r>
            <a:pPr algn="ctr" indent="0" marL="0">
              <a:buNone/>
            </a:pPr>
            <a:r>
              <a:rPr lang="en-US" sz="14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安全可审计 · 可回滚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solidFill>
            <a:srgbClr val="AEB6D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6126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868680"/>
            <a:ext cx="109728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214884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可运行性 · 基础设施集成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24963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用契约屏蔽环境差异，一条命令拉起全栈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27648" y="2057400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10" name="Shape 8"/>
          <p:cNvSpPr/>
          <p:nvPr/>
        </p:nvSpPr>
        <p:spPr>
          <a:xfrm>
            <a:off x="6528816" y="23042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6016" y="214884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运行证据 · 证据管理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86016" y="24963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独立验收实测：强 / 弱 / 缺失证据分级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52728" y="319125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 · 评估与优化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35387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对应赛题 2.3：观测中心 4 板块 · 五必答 · 评估闭环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27648" y="3099816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28816" y="33467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528816" y="3346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86016" y="319125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云产品选型的必要性与边界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86016" y="35387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满足赛题基点 · 观测可插拔 · 诚实降级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534924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34924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本部分：工程落地与运行验证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工程落地与安全可审计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工程落地与安全可审计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工程落地、运行验证与可观测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可运行性 · 基础设施集成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用契约屏蔽环境差异 —— 一条命令拉起全栈（开发档 / compose 双路径）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AgentTeams(Matrix)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建团协作、状态流转、teamRoom + leaderDM 双房间派工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52544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网关统一汇聚：key-auth 鉴权、模型路由、限流与流量治理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10728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8513064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Alembic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13064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持久化与 schema 迁移、事务边界、可回滚的数据底座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6696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Agent 共享工件与统一工作区，幂等重跑不污染真仓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52544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7136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Collector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 / 日志 / 指标汇聚点，一处接入可观测与告警栈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10728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5320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8513064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 用例库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13064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TrainTicket 15 用例、测试可信度五形态、评估回放基线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5349240"/>
            <a:ext cx="11000232" cy="65836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349240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 —— Port 契约抽象能力，基础设施实现 Port：Mock 与真实接入共用同一契约；Runner 注入真仓环境，验证不依赖 UI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运行证据 · 证据管理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独立验收实测（2026-08-12 终态）：主链达成，全程 GUI、0 步命令行写入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11000232" cy="512064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10268712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核心原则：没有证据 = 没有交付 —— </a:t>
            </a:r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无测试结果证据硬性拒收；跨仓未决如实上报，不草率结论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输入归并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建 Issue + 仓库扫描 + 依赖图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25496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35224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2935224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53512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上下文整理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53512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需求分析充分度 0.90 + 仓库发现 5 候选评分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56632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84648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证据评分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84648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Runner 独立验证：测试真跑 exit 0 + CI 绿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87768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7496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397496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15784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输出闭环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15784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授权单（不可变快照 + SHA）→ 自动 merge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18904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28632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9628632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46920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回滚兜底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46920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 ChangeSet 回滚 + 自动开 revert PR #4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" y="39776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证据分级示例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94360" y="4407408"/>
            <a:ext cx="35387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553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553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强证据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" y="491947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tests 绿 + 授权单绑定不可变快照与 HEAD-BOUND SHA，merge_sha 逐字留证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70832" y="4407408"/>
            <a:ext cx="35387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AEB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53712" y="4553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AEB6D6"/>
          </a:solidFill>
          <a:ln/>
        </p:spPr>
      </p:sp>
      <p:sp>
        <p:nvSpPr>
          <p:cNvPr id="41" name="Text 39"/>
          <p:cNvSpPr/>
          <p:nvPr/>
        </p:nvSpPr>
        <p:spPr>
          <a:xfrm>
            <a:off x="4553712" y="4553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弱证据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53712" y="491947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自测自证（自己跑测试、自己声明成功），无独立验证方与审计记录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47304" y="4407408"/>
            <a:ext cx="35387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9AA1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30184" y="4553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9AA1B8"/>
          </a:solidFill>
          <a:ln/>
        </p:spPr>
      </p:sp>
      <p:sp>
        <p:nvSpPr>
          <p:cNvPr id="45" name="Text 43"/>
          <p:cNvSpPr/>
          <p:nvPr/>
        </p:nvSpPr>
        <p:spPr>
          <a:xfrm>
            <a:off x="8330184" y="4553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缺失证据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30184" y="491947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无测试结果 / 跨仓变更缺仓库级验证 → 硬性拒收，如实上报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" y="589788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48" name="Text 46"/>
          <p:cNvSpPr/>
          <p:nvPr/>
        </p:nvSpPr>
        <p:spPr>
          <a:xfrm>
            <a:off x="960120" y="589788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验收判据：判据① 全流程 GUI 闭环达成 · 判据② 一键打开通过（compose 冷路径实证，down -v 只删 console 专属卷）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可观测 · 评估与优化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对应赛题 2.3（推荐可选项）—— 前端观测中心 4 板块落地：推理轨迹 / 用量大盘 / 统一日志 / 在线告警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赛题必答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 2.3 · 推荐可选项：覆盖 </a:t>
            </a:r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调用 / MCP 工具 / RAG 检索 / LLM 推理</a:t>
            </a:r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全链路推理轨迹，支持在线监控与告警、评估与优化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观测中心 4 板块（前端真实划分，各对应赛题一个覆盖面）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2569464" cy="1737360"/>
          </a:xfrm>
          <a:prstGeom prst="roundRect">
            <a:avLst>
              <a:gd name="adj" fmla="val 6316"/>
            </a:avLst>
          </a:prstGeom>
          <a:solidFill>
            <a:srgbClr val="E9EEFB"/>
          </a:solidFill>
          <a:ln/>
        </p:spPr>
      </p:sp>
      <p:sp>
        <p:nvSpPr>
          <p:cNvPr id="11" name="Shape 9"/>
          <p:cNvSpPr/>
          <p:nvPr/>
        </p:nvSpPr>
        <p:spPr>
          <a:xfrm>
            <a:off x="740664" y="2816352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" y="276148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推理轨迹 · trace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41832" y="3108960"/>
            <a:ext cx="2093976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调用 / MCP 工具 / RAG 检索 / LLM 推理全链路 span 回放 —— 赛题点名覆盖项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01568" y="2670048"/>
            <a:ext cx="2569464" cy="1737360"/>
          </a:xfrm>
          <a:prstGeom prst="roundRect">
            <a:avLst>
              <a:gd name="adj" fmla="val 6316"/>
            </a:avLst>
          </a:prstGeom>
          <a:solidFill>
            <a:srgbClr val="E9EE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547872" y="2816352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276148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用量大盘 · usage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49040" y="3108960"/>
            <a:ext cx="2093976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/ 成本 / 延迟 / 成功率 Metrics，按 issue / 仓库 / agent 聚合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08776" y="2670048"/>
            <a:ext cx="2569464" cy="1737360"/>
          </a:xfrm>
          <a:prstGeom prst="roundRect">
            <a:avLst>
              <a:gd name="adj" fmla="val 6316"/>
            </a:avLst>
          </a:prstGeom>
          <a:solidFill>
            <a:srgbClr val="E9EE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2816352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276148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统一日志 · logs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56248" y="3108960"/>
            <a:ext cx="2093976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JSON + trace_id 关联，按 Issue 分组视图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15984" y="2670048"/>
            <a:ext cx="2569464" cy="1737360"/>
          </a:xfrm>
          <a:prstGeom prst="roundRect">
            <a:avLst>
              <a:gd name="adj" fmla="val 6316"/>
            </a:avLst>
          </a:prstGeom>
          <a:solidFill>
            <a:srgbClr val="E9EEF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62288" y="2816352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76148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在线告警 · alerts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363456" y="3108960"/>
            <a:ext cx="2093976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阈值规则 + 触发历史：欠费 502 / 模型 503 / 任务卡死 → 分钟级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4572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赛题五必答：采集方式 · 语义规范 · 数据类型 · 存储检索 · 场景效果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4360" y="4882896"/>
            <a:ext cx="207568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9560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9560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4088" y="5193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采集方式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" y="544982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SDK + Higress 网关 OTel 插件，1 点覆盖 8 容器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25496" y="4882896"/>
            <a:ext cx="207568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16936" y="49560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2916936" y="49560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35224" y="5193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语义规范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35224" y="544982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OTel GenAI 语义 v1.38 + repomesh.* 冻结 10 属性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56632" y="4882896"/>
            <a:ext cx="207568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48072" y="49560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5148072" y="49560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66360" y="5193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66360" y="544982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主打 + Log + Metrics，覆盖 1-2 类达标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287768" y="4882896"/>
            <a:ext cx="207568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79208" y="49560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7379208" y="49560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97496" y="5193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存储检索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97496" y="544982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 Studio 零成本 / 中期 Collector + ClickHouse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518904" y="4882896"/>
            <a:ext cx="207568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10344" y="49560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49" name="Text 47"/>
          <p:cNvSpPr/>
          <p:nvPr/>
        </p:nvSpPr>
        <p:spPr>
          <a:xfrm>
            <a:off x="9610344" y="49560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628632" y="5193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场景效果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628632" y="544982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在线告警 · 成本核算 · 质量回放 · 效率瓶颈定位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4360" y="594360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960120" y="594360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评估与优化 —— 观测驱动评估：trace ↔ scoring.py（TrainTicket 15 用例 recall / precision / F1 → 判定置信度校准曲线），科学量化推理效果与效率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5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 云产品选型的必要性与边界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AgentTeams 为多 Agent 协同基点 —— 必要、可观测、可降级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选型有据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必要性 —— 为什么选这三件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3865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331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—— 协同基点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696" y="267919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Manager-Workers 专注组织多 Agent Runtime；Matrix + MinIO + Higress 统一协作与资源，满足赛题基点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6210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96696" y="3566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Higress —— 观测汇聚点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" y="391363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网关天然汇聚全部 Agent 的 LLM 调用，OTel 插件一处覆盖 8 容器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85546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996696" y="4800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LoongSuite —— 采集端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696" y="514807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侧 hook / 插件，与展示端 OTLP 解耦，改 endpoint 即切换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20840" y="1828800"/>
            <a:ext cx="487375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边界与降级 —— 诚实、可控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0840" y="224028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85432" y="23865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123176" y="2331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存储可替换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23176" y="267919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 AgentScope Studio 零成本；中期自建 Collector + ClickHouse（OTLP 不变）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20840" y="347472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85432" y="36210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123176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前端诚实降级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23176" y="391363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三态分开：未接入 ≠ 未探测，不假装已观测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20840" y="470916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885432" y="485546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7123176" y="4800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部署前安全清单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23176" y="514807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Studio 监听隔离入站 · intercept.js 密钥脱敏 · LoongSuite 安装脚本来源审阅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585216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852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选型原则 —— 满足赛题基点 · 观测可插拔 · 数据不出域 · 降级不撒谎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工程落地、运行验证与可观测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2026-08-16T09:59:23Z</dcterms:created>
  <dcterms:modified xsi:type="dcterms:W3CDTF">2026-08-16T09:59:23Z</dcterms:modified>
</cp:coreProperties>
</file>