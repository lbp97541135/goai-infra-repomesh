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初赛方案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949440" y="47548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0" y="4754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权重 25%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3200400"/>
          </a:xfrm>
          <a:prstGeom prst="roundRect">
            <a:avLst>
              <a:gd name="adj" fmla="val 6286"/>
            </a:avLst>
          </a:prstGeom>
          <a:ln/>
          <a:effectLst>
            <a:outerShdw sx="100000" sy="100000" kx="0" ky="0" algn="bl" rotWithShape="0" blurRad="177800" dist="50800" dir="5400000">
              <a:srgbClr val="9A9A9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37160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 场景与价值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07008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9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234440" y="3200400"/>
            <a:ext cx="66751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3200400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把产品需求自动转化为「经过独立验证 · 可观测 · 可审计 · 可回滚」的交付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48056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8056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71216" y="448056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448056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45152" y="448056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448056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19088" y="448056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448056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10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5603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50" kern="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315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本部分将围绕四个问题展开：谁在痛、痛在哪，以及我们如何解决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74152" y="384048"/>
            <a:ext cx="612648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74152" y="384048"/>
            <a:ext cx="6126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865376" cy="265176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06424" y="176479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106424" y="1764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258775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目标用户与核心痛点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30098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行业数据 + Claude Code 跨仓库的真实局限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78608" y="1417320"/>
            <a:ext cx="1865376" cy="265176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76479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227832" y="1764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88336" y="258775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15768" y="330098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到发布回滚的一次跨仓库交付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0016" y="1417320"/>
            <a:ext cx="1865376" cy="265176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76479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1764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9744" y="258775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37176" y="330098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开源对象 + 方法论，无需企业私码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21424" y="1417320"/>
            <a:ext cx="1865376" cy="265176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0648" y="176479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48" y="1764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31152" y="258775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创新点与差异化优势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58584" y="330098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自动扫描仓库 + 动态加入，突破会话固定仓库</a:t>
            </a:r>
            <a:endParaRPr lang="en-US" sz="95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5603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50" kern="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目标用户与核心痛点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315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痛点来自行业数据 + Claude Code 跨仓库的真实局限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56932" y="384048"/>
            <a:ext cx="1229868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6932" y="384048"/>
            <a:ext cx="122986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· 有据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33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200400" cy="676656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1645920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645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57276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研发与平台负责人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81051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需要把「Agent 提效」转化为可证明、可审计的交付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3200400" cy="676656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" y="2423160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2423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35000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企业存量代码库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58775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多仓库、跨技术栈，真实需求从来不止一个仓库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200400" cy="676656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3200400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3200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开源社区与评估者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36499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需要无需企业私码即可复现的验证方法与证据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31920" y="11338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31920" y="1463040"/>
            <a:ext cx="47548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78224" y="1636776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150876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发布不稳 · 无法观测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0" y="1709928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DORA 四指标：发布成功率、变更前置时间不可见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31920" y="2029968"/>
            <a:ext cx="47548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78224" y="2203704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0" y="2075688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 · 自测自证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0" y="2276856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自己声明成功、自己跑测试，无独立验证方与可审计证据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31920" y="2596896"/>
            <a:ext cx="47548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078224" y="277063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0" y="2642616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单仓库 · 短任务天花板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97680" y="2843784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Cloud Agent：1 仓库 1 PR 59 分钟，真实需求跨多仓库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31920" y="3182112"/>
            <a:ext cx="4754880" cy="950976"/>
          </a:xfrm>
          <a:prstGeom prst="roundRect">
            <a:avLst>
              <a:gd name="adj" fmla="val 17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14800" y="325526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跨仓库的三大局限（官方 Workspace）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0" y="34930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上下文窗口：多仓库深入读取会更快填满窗口，只能拆会话、共享文档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114800" y="3694176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分支管理：无法跨仓库管理分支，只能人工跟踪各仓库所在分支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14800" y="389534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非单仓库：工作区不是 git 仓库，跨仓变更须逐仓提交、手动协调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4261104"/>
            <a:ext cx="8229600" cy="4754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0080" y="426110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企业不缺代码生成工具，缺的是把「生成速度」转化为「稳定、可验证、可追溯」交付的控制体系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48280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场景与价值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48280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5603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50" kern="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真实场景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315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回滚」：一次跨仓库交付的完整链路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0708" y="384048"/>
            <a:ext cx="736092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0708" y="384048"/>
            <a:ext cx="73609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932688" cy="786384"/>
          </a:xfrm>
          <a:prstGeom prst="roundRect">
            <a:avLst>
              <a:gd name="adj" fmla="val 16279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52728"/>
            <a:ext cx="841248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PRD 输入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99616" y="1207008"/>
            <a:ext cx="932688" cy="786384"/>
          </a:xfrm>
          <a:prstGeom prst="roundRect">
            <a:avLst>
              <a:gd name="adj" fmla="val 16279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1545336" y="1252728"/>
            <a:ext cx="841248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需求澄清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1207008"/>
            <a:ext cx="932688" cy="786384"/>
          </a:xfrm>
          <a:prstGeom prst="roundRect">
            <a:avLst>
              <a:gd name="adj" fmla="val 16279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2587752" y="1252728"/>
            <a:ext cx="841248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仓库扫描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84448" y="1207008"/>
            <a:ext cx="932688" cy="786384"/>
          </a:xfrm>
          <a:prstGeom prst="roundRect">
            <a:avLst>
              <a:gd name="adj" fmla="val 16279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630168" y="1252728"/>
            <a:ext cx="841248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计划编排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207008"/>
            <a:ext cx="932688" cy="786384"/>
          </a:xfrm>
          <a:prstGeom prst="roundRect">
            <a:avLst>
              <a:gd name="adj" fmla="val 16279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252728"/>
            <a:ext cx="841248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多 Agent 执行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1207008"/>
            <a:ext cx="932688" cy="786384"/>
          </a:xfrm>
          <a:prstGeom prst="roundRect">
            <a:avLst>
              <a:gd name="adj" fmla="val 16279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252728"/>
            <a:ext cx="841248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独立验证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11696" y="1207008"/>
            <a:ext cx="932688" cy="786384"/>
          </a:xfrm>
          <a:prstGeom prst="roundRect">
            <a:avLst>
              <a:gd name="adj" fmla="val 16279"/>
            </a:avLst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757416" y="1252728"/>
            <a:ext cx="841248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审计追溯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54112" y="1207008"/>
            <a:ext cx="932688" cy="786384"/>
          </a:xfrm>
          <a:prstGeom prst="roundRect">
            <a:avLst>
              <a:gd name="adj" fmla="val 16279"/>
            </a:avLst>
          </a:prstGeom>
          <a:solidFill>
            <a:srgbClr val="F59E0B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99832" y="1252728"/>
            <a:ext cx="841248" cy="6949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发布 + 回滚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402336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245059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450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自动命中 4 仓库 · 跨 7 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开源真实场景 —— Saleor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31272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自动扫描出涉及仓库：core / platform / extensions / tests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并行实现，跨仓库协同编排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+ 审计证据回传，全程可追溯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286000"/>
            <a:ext cx="402336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45059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4505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全链路实测闭环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回滚」一次成型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31272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计划 → 执行 → 验证 → 发布 → 回滚，全链路可观测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故障演练：发布异常后一键回滚，不留残留状态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 = Release Candidate：可验证、可审计、可追溯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370832"/>
            <a:ext cx="8229600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437083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一个需求 = 一个可验证的交付闭环：扫描仓库 → 自动编排 → 独立验证 → 审计可追溯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场景与价值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46720" y="48280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5603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50" kern="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行业可复制性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315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开源验证对象 + 离线评估集 + 方法论迁移，无需企业私码即可复现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0708" y="384048"/>
            <a:ext cx="736092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0708" y="384048"/>
            <a:ext cx="73609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77640" cy="14630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3350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335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3350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多仓库开源对象 · Saleor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1700784"/>
            <a:ext cx="3648456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五仓库真实规模：自动扫描、跨仓编排、独立验证全链路已打通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3977640" cy="14630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1335024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335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0952" y="13350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微服务样本 · TrainTicket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73752" y="1700784"/>
            <a:ext cx="3648456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层依赖图、25+ 服务：跨技术栈编排已验证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761488"/>
            <a:ext cx="3977640" cy="14630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2907792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29077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方法论可迁移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" y="3273552"/>
            <a:ext cx="3648456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仓库池 + 依赖图 + 验证器 + 证据链，可复制到任意多仓代码库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761488"/>
            <a:ext cx="3977640" cy="14630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73752" y="2907792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2907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30952" y="29077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场景可扩展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73752" y="3273552"/>
            <a:ext cx="3648456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后端 / 数据 / 文档全栈交付，统一由同一控制平面编排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407408"/>
            <a:ext cx="822960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407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从开源项目到企业存量代码库（Fortune 500 级复杂度）均可落地 —— Built to scale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场景与价值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48280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56032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50" kern="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创新点与差异化优势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315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团队自动发现仓库 + 动态加入 —— 突破单会话 Coding Agent 的仓库固定局限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27264" y="384048"/>
            <a:ext cx="859536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7264" y="384048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47548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972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我们不是又一个 Coding Agent —— Claude Code / Codex 只是可替换的执行器；RepoMesh 是组织多个职能 Agent 的「可观测交付控制平面」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00784"/>
            <a:ext cx="3977640" cy="1737360"/>
          </a:xfrm>
          <a:prstGeom prst="roundRect">
            <a:avLst>
              <a:gd name="adj" fmla="val 947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105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的现状局限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157984"/>
            <a:ext cx="36118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31136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“Repositories are attached for the lifetime of the session; to change which repositories are mounted, create a new session.”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仓库在会话生命周期内固定 —— 跨仓库任务只能拆成多个会话，靠共享文档手工协调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700784"/>
            <a:ext cx="3977640" cy="1737360"/>
          </a:xfrm>
          <a:prstGeom prst="roundRect">
            <a:avLst>
              <a:gd name="adj" fmla="val 947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8105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的核心能力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15798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157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0" y="21579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自动扫描出涉及仓库（核心！）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57800" y="239572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需求解析后，多 Agent 团队自动扫描仓库池，锁定真实涉及的仓库 —— Saleor 案例自动命中 4 仓库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92040" y="281635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2816352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动态加入仓库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57800" y="30540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执行中发现的新依赖仓库实时加入，无需重启会话，也无需人工协调跨仓提交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584448"/>
            <a:ext cx="8229600" cy="658368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58444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9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Code：仓库会话期固定，跨仓库 = 拆会话 + 手工协调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60520" y="358444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63440" y="358444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RepoMesh：自动扫描 + 动态加入，多仓库交付一次成型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3708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对比基准：Claude Code 官方 Workspace 文档原文 —— 仓库在会话开始时挂载，会话期间不可更换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场景与价值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48280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初赛方案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949440" y="475488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0" y="4754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权重 25%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2926080"/>
          </a:xfrm>
          <a:prstGeom prst="roundRect">
            <a:avLst>
              <a:gd name="adj" fmla="val 6875"/>
            </a:avLst>
          </a:prstGeom>
          <a:ln/>
          <a:effectLst>
            <a:outerShdw sx="100000" sy="100000" kx="0" ky="0" algn="bl" rotWithShape="0" blurRad="50800" dist="25400" dir="16200000">
              <a:srgbClr val="9A9A9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20240" y="20116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20240" y="29718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场景与价值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34290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16052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16052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71216" y="416052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1216" y="416052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5152" y="416052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416052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19088" y="416052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4160520"/>
            <a:ext cx="162763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初赛方案 · 第一章（25%）</a:t>
            </a:r>
            <a:endParaRPr lang="en-US" sz="95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场景与价值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2026-08-16T08:02:03Z</dcterms:created>
  <dcterms:modified xsi:type="dcterms:W3CDTF">2026-08-16T08:02:03Z</dcterms:modified>
</cp:coreProperties>
</file>