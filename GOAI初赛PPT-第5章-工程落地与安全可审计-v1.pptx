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03120" cy="21031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51560"/>
            <a:ext cx="1188720" cy="1188720"/>
          </a:xfrm>
          <a:prstGeom prst="ellipse">
            <a:avLst/>
          </a:prstGeom>
          <a:solidFill>
            <a:srgbClr val="FFEDE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7276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 工程落地、运行验证与安全可审计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886200"/>
            <a:ext cx="10515600" cy="713232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8620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全流程 GUI 闭环 · OTel 可观测 · </a:t>
            </a:r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安全可审计 · 可回滚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 · 第五章（权重 20%）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4312" y="5806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2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77160" y="5806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2877160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运行证据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90008" y="5806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5090008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可观测检索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2856" y="5806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8" name="Text 16"/>
          <p:cNvSpPr/>
          <p:nvPr/>
        </p:nvSpPr>
        <p:spPr>
          <a:xfrm>
            <a:off x="7302856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15704" y="58064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0" name="Text 18"/>
          <p:cNvSpPr/>
          <p:nvPr/>
        </p:nvSpPr>
        <p:spPr>
          <a:xfrm>
            <a:off x="9515704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云产品选型</a:t>
            </a:r>
            <a:endParaRPr lang="en-US" sz="12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182880"/>
            <a:ext cx="1188720" cy="11887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一条命令拉起全栈（开发档 / compose 双路径）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运行证据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独立验收实测 · 全流程 GUI 闭环（2026-08-12 终态）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可观测与检索链路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GenAI 语义 · 三层采集 · 赛题 5 项必答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安全治理机制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人工审批必经点 · 凭据安全 · 六检查点 · 回滚恢复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98368" y="448056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2688" y="4773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3672688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67048" y="46085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云产品选型的必要性与边界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267048" y="501091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满足赛题基点 · 观测可插拔 · 诚实降级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562356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6235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本部分：工程落地与运行验证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工程落地、运行验证与安全可审计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可运行性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一条命令拉起全栈 —— 开发档与 Docker 全栈档双路径可复现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2578608" cy="274320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21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3405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开发档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282696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dev-up.ps1 / dev-up.sh 一条命令：起 Postgres → 迁移 → API(8100) → 前端(5280) → 自动开浏览器；幂等可重入，重跑即恢复工作栈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2057400"/>
            <a:ext cx="2578608" cy="274320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2221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75304" y="273405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全栈 compose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75304" y="3282696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--profile console up：宿主机只需 Docker；三容器 healthy、自迁移、8180→200 冷路径首跑即通实证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2057400"/>
            <a:ext cx="2578608" cy="274320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2221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273405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3368" y="3282696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check . + pytest 全绿；架构 / 契约 / 适配器测试齐备；独立验收方法论（测试可信度五形态）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88552" y="2057400"/>
            <a:ext cx="2578608" cy="274320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2221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71432" y="2734056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71432" y="3282696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FastAPI + PostgreSQL / Alembic + React / Vite + AgentTeams(Matrix) + MinIO + Higress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120640"/>
            <a:ext cx="1100023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12064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可运行是验证与审计的前提 —— 一键拉起、门槛全绿，才谈得上独立验证、可观测与安全审计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运行证据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独立验收实测（2026-08-12 终态）：主链达成，全程 GUI、0 步命令行写入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10512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判据① 全流程 GUI 闭环 —— 达成（验收会话只验收不修改，主链无一步 curl 写入）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55117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" y="276148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" y="299923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一句话需求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56078" y="248716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15" name="Shape 13"/>
          <p:cNvSpPr/>
          <p:nvPr/>
        </p:nvSpPr>
        <p:spPr>
          <a:xfrm>
            <a:off x="2520086" y="255117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2520086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0942" y="276148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 LLM 需求分析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0942" y="299923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充分度 0.90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17797" y="248716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1805" y="255117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805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72661" y="276148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· 评分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72661" y="299923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候选 · 三档分类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79515" y="248716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3523" y="255117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243523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34379" y="276148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DAG · 物化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4379" y="299923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依赖序编排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041234" y="248716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05242" y="255117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8105242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96098" y="276148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建团 · 双房间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96098" y="299923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teamRoom + leaderDM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902952" y="248716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35" name="Shape 33"/>
          <p:cNvSpPr/>
          <p:nvPr/>
        </p:nvSpPr>
        <p:spPr>
          <a:xfrm>
            <a:off x="9966960" y="255117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99669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957816" y="276148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 备工作区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957816" y="299923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真仓代码 + 冻结 spec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4360" y="349300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" y="355701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9224" y="376732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真写代码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" y="400507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质量下限 · 拒绝假绿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56078" y="349300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45" name="Shape 43"/>
          <p:cNvSpPr/>
          <p:nvPr/>
        </p:nvSpPr>
        <p:spPr>
          <a:xfrm>
            <a:off x="2520086" y="355701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2520086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0942" y="376732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exit 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510942" y="400507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无证据硬性拒收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317797" y="349300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50" name="Shape 48"/>
          <p:cNvSpPr/>
          <p:nvPr/>
        </p:nvSpPr>
        <p:spPr>
          <a:xfrm>
            <a:off x="4381805" y="355701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4381805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372661" y="376732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推真仓 · PR + CI 绿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372661" y="400507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#3 · tests 绿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79515" y="349300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55" name="Shape 53"/>
          <p:cNvSpPr/>
          <p:nvPr/>
        </p:nvSpPr>
        <p:spPr>
          <a:xfrm>
            <a:off x="6243523" y="355701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6243523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34379" y="376732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授权单 · 不可变快照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34379" y="400507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HEAD-BOUND SHA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041234" y="349300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9EEFB"/>
          </a:solidFill>
          <a:ln/>
        </p:spPr>
      </p:sp>
      <p:sp>
        <p:nvSpPr>
          <p:cNvPr id="60" name="Shape 58"/>
          <p:cNvSpPr/>
          <p:nvPr/>
        </p:nvSpPr>
        <p:spPr>
          <a:xfrm>
            <a:off x="8105242" y="355701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1" name="Text 59"/>
          <p:cNvSpPr/>
          <p:nvPr/>
        </p:nvSpPr>
        <p:spPr>
          <a:xfrm>
            <a:off x="8105242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096098" y="376732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merge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96098" y="400507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change_set 18dc502c…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902952" y="3493008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FF6B35"/>
          </a:solidFill>
          <a:ln/>
        </p:spPr>
      </p:sp>
      <p:sp>
        <p:nvSpPr>
          <p:cNvPr id="65" name="Shape 63"/>
          <p:cNvSpPr/>
          <p:nvPr/>
        </p:nvSpPr>
        <p:spPr>
          <a:xfrm>
            <a:off x="9966960" y="355701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9966960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957816" y="3767328"/>
            <a:ext cx="15819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 ChangeSet 回滚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957816" y="4005072"/>
            <a:ext cx="158191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开 revert PR #4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94360" y="45262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0" name="Text 68"/>
          <p:cNvSpPr/>
          <p:nvPr/>
        </p:nvSpPr>
        <p:spPr>
          <a:xfrm>
            <a:off x="960120" y="45262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判据② 一键打开 —— 过（compose 冷路径实证；down -v 作用域 --dry-run 证只删 console 专属卷）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94360" y="5257800"/>
            <a:ext cx="257175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" y="5394960"/>
            <a:ext cx="4572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3" name="Text 71"/>
          <p:cNvSpPr/>
          <p:nvPr/>
        </p:nvSpPr>
        <p:spPr>
          <a:xfrm>
            <a:off x="868680" y="5349240"/>
            <a:ext cx="22059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变更可溯源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68680" y="5614416"/>
            <a:ext cx="220599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change_set 18dc502c…、merge_sha 27126b29f5e8… 逐字留证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403854" y="5257800"/>
            <a:ext cx="257175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41014" y="5394960"/>
            <a:ext cx="4572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7" name="Text 75"/>
          <p:cNvSpPr/>
          <p:nvPr/>
        </p:nvSpPr>
        <p:spPr>
          <a:xfrm>
            <a:off x="3678174" y="5349240"/>
            <a:ext cx="22059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revert 幂等派生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3678174" y="5614416"/>
            <a:ext cx="220599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{change_set}/{repo}-{merge_sha12} 零存储派生，逐字自证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13348" y="5257800"/>
            <a:ext cx="257175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50508" y="5394960"/>
            <a:ext cx="4572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1" name="Text 79"/>
          <p:cNvSpPr/>
          <p:nvPr/>
        </p:nvSpPr>
        <p:spPr>
          <a:xfrm>
            <a:off x="6487668" y="5349240"/>
            <a:ext cx="22059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回滚不被免检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487668" y="5614416"/>
            <a:ext cx="220599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revert PR 的 CI 红被正确拦截 → 落 manual_intervention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022842" y="5257800"/>
            <a:ext cx="257175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60002" y="5394960"/>
            <a:ext cx="4572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5" name="Text 83"/>
          <p:cNvSpPr/>
          <p:nvPr/>
        </p:nvSpPr>
        <p:spPr>
          <a:xfrm>
            <a:off x="9297162" y="5349240"/>
            <a:ext cx="22059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质量下限实证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9297162" y="5614416"/>
            <a:ext cx="220599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拒绝假绿、断言加强为三币种、跨仓未决如实上报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8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可观测与检索链路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OpenTelemetry GenAI 语义约定 v1.38 —— 赛题 5 项必答（1/2）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赛题必答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94360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75104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7510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采集方式 · 三层 + 网关汇聚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32304"/>
            <a:ext cx="5577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/ 编排层 —— RepoMesh API + runner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SDK + @traced 业务 span + GenAI span（约 70% 已写好，仅差 OTLP 配置）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容器侧 —— Higress AI 网关 OTel wasm 插件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埋 1 点覆盖 8 个 Agent 容器的全部 LLM 调用（key-auth + ai-proxy 天然汇聚点）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子进程 —— runner 内编码 Agent 进程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OtelDriverObserver：DriverEvent → span，按 call_id 配对（已接线）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/ Metrics —— 全进程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结构化 Log（带 trace_id）+ OTLP Metrics（token / 成本 / 延迟 / 成功率）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828800"/>
            <a:ext cx="4873752" cy="3977640"/>
          </a:xfrm>
          <a:prstGeom prst="roundRect">
            <a:avLst>
              <a:gd name="adj" fmla="val 3218"/>
            </a:avLst>
          </a:prstGeom>
          <a:solidFill>
            <a:srgbClr val="E9EEFB"/>
          </a:solidFill>
          <a:ln w="15240">
            <a:solidFill>
              <a:srgbClr val="9AA1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97510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语义规范 · ③ 数据类型 · ④ 存储检索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03720" y="2395728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语义规范：OTel GenAI 语义 v1.38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gen_ai.operation.name（chat / invoke_agent / execute_tool）、request.model、usage.*、finish_reasons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 repomesh.* 命名空间：10 个冻结属性，测试兜底防改名；api_key / token 不进任何 span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数据类型：Trace + Log + Metrics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/ invoke_agent / execute_tool / retrieval.* / skill.* / mcp.* —— 覆盖 LLM / Skill / MCP / RAG 四项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存储与检索：OTLP/HTTP → Collector → 存储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AgentScope Studio（零成本、认 GenAI 语义），中期自建 Collector + ClickHouse；observability 模块 durable projection + 查询 API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task_id / run_id / repository_id / correlation_id 索引，单条 trace 可回放；按 run_id 聚合 token → 单 issue 成本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598932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9893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应用场景与效果：在线告警 · 卡死定位 · 成本核算 · 推理回放 · 离线评估 —— 见下页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可观测 · 应用场景与效果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监控告警到成本核算、推理回放、离线评估 —— 全部落在真实踩坑案例上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在线监控与告警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31729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上游欠费 502（insufficient_user_quota）、模型不存在 503（model_not_found）致任务卡死 → 失败率骤升 → 分钟级告警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210312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276148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任务卡死定位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53712" y="3108960"/>
            <a:ext cx="31729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redispatch 前 4 仓库任务长期 assigned → 按 task_id 看 last-touch 时间 → 卡死告警 + 前端 EventTimeline 时间线视图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47304" y="210312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0184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184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0184" y="276148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成本核算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30184" y="3108960"/>
            <a:ext cx="31729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issue / 仓库 / agent 聚合 token 与费用，直接支撑买套餐决策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38248" y="420624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1128" y="43708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2621128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21128" y="486460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推理质量回放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21128" y="5212080"/>
            <a:ext cx="31729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confirmation 输入输出在 span 上可回放，区分判定对错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4720" y="420624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7600" y="43708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39760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97600" y="4864608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离线评估联动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97600" y="5212080"/>
            <a:ext cx="31729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↔ scoring.py（TrainTicket 15 用例 recall / precision / F1）联动，形成「判定置信度 vs 实际命中」校准曲线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6144768"/>
            <a:ext cx="11000232" cy="38404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6144768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从一次故障到一张校准曲线 —— 观测数据全程可检索、可回放、可复现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 安全治理机制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人工审批必经点 + 凭据安全 + 执行边界 + 回滚恢复 —— 治理内建而非事后补救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治理内建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48386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4942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6152" y="2267712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人工审批必经点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67004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 强制 human_approval；授权单绑定不可变快照 + HEAD-BOUND SHA，任一变化授权失效；决策历史 append-only 可审计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52544" y="2103120"/>
            <a:ext cx="348386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224942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2267712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六检查点治理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35424" y="267004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/ spec / execution / validation / delivery / escalation；manual_controlled 缺一即拒；审批仅对精确 evidence_version 有效，变更 409 防重放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110728" y="2103120"/>
            <a:ext cx="348386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224942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293608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2520" y="2267712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3608" y="267004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× code_access 与 control_actions 独立评估 —— 可「只读审交付、批准发布」，批准人无法改仓库；授权须完全覆盖动作+仓库+路径+级别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348386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04164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16152" y="4059936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凭据安全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446227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不进 GUI、不进 span；编码 Agent 不持生产凭据；身份 scrypt 加盐哈希 + HttpOnly cookie；审批端点拒收 body 身份字段（防冒名）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352544" y="3895344"/>
            <a:ext cx="348386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35424" y="404164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4535424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4059936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执行安全边界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35424" y="446227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沙箱拒绝任意 shell；allowed_paths / forbidden_paths（.git/**、.github/workflows/** 拒绝）；工具守卫词边界匹配；Context 权限交集 + 4h 过期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110728" y="3895344"/>
            <a:ext cx="3483864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3608" y="404164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8293608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4059936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回滚与恢复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93608" y="446227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三阶段：merge 前 withhold → 逆序 revert → ChangeSet 递归；RecoverySagaExecutor + 数据库迁移补偿；回滚也必过自己的 CI 与门禁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94360" y="576072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7607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 NIST SSDF：保护软件组件 · 保留来源 · 独立或自动审查 · 安全测试 · 漏洞响应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 云产品选型的必要性与边界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AgentTeams 为多 Agent 协同基点 —— 必要、可观测、可降级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选型有据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943600" cy="3749040"/>
          </a:xfrm>
          <a:prstGeom prst="roundRect">
            <a:avLst>
              <a:gd name="adj" fmla="val 3415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56816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为什么选这三件 —— 满足赛题基点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5577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—— 协同基点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Manager-Workers 架构，本身不实现 Agent 推理，只组织多 Agent Runtime；Matrix 协作 + MinIO 共享 + Higress 统一管理模型 / MCP / 凭据 —— 满足赛题「必须以 AgentTeams 为多 Agent 协同基点」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 —— 观测汇聚点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网关天然汇聚所有 Agent 的 LLM 调用，OTel 插件一处覆盖 8 容器 —— 纯单点采集之外的差异化加分项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LoongSuite —— 采集端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侧 hook / 插件，与展示端 AgentScope Studio 解耦（OTLP 接口）—— 埋点代码不变、只改 endpoint 即可切换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20840" y="1828800"/>
            <a:ext cx="4873752" cy="3749040"/>
          </a:xfrm>
          <a:prstGeom prst="roundRect">
            <a:avLst>
              <a:gd name="adj" fmla="val 3415"/>
            </a:avLst>
          </a:prstGeom>
          <a:solidFill>
            <a:srgbClr val="E9EEFB"/>
          </a:solidFill>
          <a:ln w="15240">
            <a:solidFill>
              <a:srgbClr val="9AA1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5681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边界与降级 —— 诚实、可控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2395728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存储可替换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AgentScope Studio 零成本展示；中期自建 Collector + ClickHouse（OTLP 接口不变，切换只改 endpoint）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前端诚实降级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三态分开：未接入 ≠ 未探测 —— 不假装已观测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部署前安全清单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 监听 0.0.0.0 含完整 prompt → 防火墙隔离入站；intercept.js 密钥脱敏；LoongSuite 安装脚本来源审阅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94360" y="580644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80644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 —— 满足赛题基点 · 观测可插拔 · 数据不出域 · 降级不撒谎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工程落地、运行验证与安全可审计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2026-08-16T09:32:27Z</dcterms:created>
  <dcterms:modified xsi:type="dcterms:W3CDTF">2026-08-16T09:32:27Z</dcterms:modified>
</cp:coreProperties>
</file>