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74320"/>
            <a:ext cx="2011680" cy="2011680"/>
          </a:xfrm>
          <a:prstGeom prst="ellipse">
            <a:avLst/>
          </a:prstGeom>
          <a:solidFill>
            <a:srgbClr val="2A2F5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109728"/>
            <a:ext cx="822960" cy="82296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4" name="Shape 2"/>
          <p:cNvSpPr/>
          <p:nvPr/>
        </p:nvSpPr>
        <p:spPr>
          <a:xfrm>
            <a:off x="10927080" y="6172200"/>
            <a:ext cx="594360" cy="59436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72768"/>
            <a:ext cx="731520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36192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10424160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659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spc="10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 落地计划与进展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21792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3822192"/>
            <a:ext cx="6099048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767328"/>
            <a:ext cx="609904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Infra 新智基座 · 初赛方案 · 第七章（权重 20%）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10515600" cy="640080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7200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闭环已验证 · 观测方案定稿 · </a:t>
            </a:r>
            <a:pPr algn="ctr" indent="0" marL="0">
              <a:buNone/>
            </a:pPr>
            <a:r>
              <a:rPr lang="en-US" sz="14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三阶段计划清晰 · 风险有对策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6172200"/>
            <a:ext cx="7315200" cy="320040"/>
          </a:xfrm>
          <a:prstGeom prst="rect">
            <a:avLst/>
          </a:prstGeom>
          <a:solidFill>
            <a:srgbClr val="AEB6D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6126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Agent Infra 新智基座 · 初赛方案</a:t>
            </a:r>
            <a:endParaRPr lang="en-US" sz="11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868680"/>
            <a:ext cx="109728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960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3538728" cy="1325880"/>
          </a:xfrm>
          <a:prstGeom prst="roundRect">
            <a:avLst>
              <a:gd name="adj" fmla="val 9655"/>
            </a:avLst>
          </a:prstGeom>
          <a:solidFill>
            <a:srgbClr val="2A2F5B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2368296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368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07592" y="2313432"/>
            <a:ext cx="264261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07592" y="2679192"/>
            <a:ext cx="2642616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六周从 0 到全流程 GUI 闭环实证，可运行成果就绪、里程碑有据可查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25112" y="2148840"/>
            <a:ext cx="3538728" cy="1325880"/>
          </a:xfrm>
          <a:prstGeom prst="roundRect">
            <a:avLst>
              <a:gd name="adj" fmla="val 9655"/>
            </a:avLst>
          </a:prstGeom>
          <a:solidFill>
            <a:srgbClr val="2A2F5B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368296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368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38344" y="2313432"/>
            <a:ext cx="264261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里程碑与落地计划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38344" y="2679192"/>
            <a:ext cx="2642616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三阶段推进：核心闭环已完成、可观测 5 步落地中、规模化验证待启动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55864" y="2148840"/>
            <a:ext cx="3538728" cy="1325880"/>
          </a:xfrm>
          <a:prstGeom prst="roundRect">
            <a:avLst>
              <a:gd name="adj" fmla="val 9655"/>
            </a:avLst>
          </a:prstGeom>
          <a:solidFill>
            <a:srgbClr val="2A2F5B"/>
          </a:solidFill>
          <a:ln/>
        </p:spPr>
      </p:sp>
      <p:sp>
        <p:nvSpPr>
          <p:cNvPr id="15" name="Shape 13"/>
          <p:cNvSpPr/>
          <p:nvPr/>
        </p:nvSpPr>
        <p:spPr>
          <a:xfrm>
            <a:off x="8257032" y="2368296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257032" y="2368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69096" y="2313432"/>
            <a:ext cx="264261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769096" y="2679192"/>
            <a:ext cx="2642616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八类风险逐一识别，每一类都有案例、根因与落地控制措施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489204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89204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本部分：落地计划与进展 —— 对应评分维度「</a:t>
            </a:r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当前进展与整体可行性</a:t>
            </a:r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」，权重 20%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632" y="365760"/>
            <a:ext cx="4480560" cy="78638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3" name="Text 1"/>
          <p:cNvSpPr/>
          <p:nvPr/>
        </p:nvSpPr>
        <p:spPr>
          <a:xfrm>
            <a:off x="7543800" y="43891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对应评分维度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43800" y="67665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当前进展与整体可行性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530352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0771632" y="5303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对应当前进展与整体可行性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落地计划与进展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17373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7.1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 当前进展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六周从 0 到全流程 GUI 闭环实证 —— 全部里程碑有证据支撑（验收报告可查）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72039" y="384048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72039" y="384048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有可运行成果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2066544" cy="23317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92024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 下旬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04088" y="2194560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选题与产品定义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" y="2779776"/>
            <a:ext cx="1847088" cy="10973"/>
          </a:xfrm>
          <a:prstGeom prst="rect">
            <a:avLst/>
          </a:prstGeom>
          <a:solidFill>
            <a:srgbClr val="FFD9C4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871216"/>
            <a:ext cx="1847088" cy="11978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集成调研 + Saleor 验证方案设计；product-brief 定稿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60904" y="26974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07208" y="1828800"/>
            <a:ext cx="2066544" cy="23317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16936" y="192024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 上旬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16936" y="2194560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控制台 v2 八批次施工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16936" y="2779776"/>
            <a:ext cx="1847088" cy="10973"/>
          </a:xfrm>
          <a:prstGeom prst="rect">
            <a:avLst/>
          </a:prstGeom>
          <a:solidFill>
            <a:srgbClr val="FFD9C4"/>
          </a:solidFill>
          <a:ln/>
        </p:spPr>
      </p:sp>
      <p:sp>
        <p:nvSpPr>
          <p:cNvPr id="17" name="Text 15"/>
          <p:cNvSpPr/>
          <p:nvPr/>
        </p:nvSpPr>
        <p:spPr>
          <a:xfrm>
            <a:off x="2916936" y="2871216"/>
            <a:ext cx="1847088" cy="11978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仓库池/发现链/物化+DAG/回滚/一键启动逐批验收合并；收官基线 9290061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73752" y="26974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0056" y="1828800"/>
            <a:ext cx="2066544" cy="23317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9784" y="192024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2026-08-11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29784" y="2194560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终验 8/8 步全过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9784" y="2779776"/>
            <a:ext cx="1847088" cy="10973"/>
          </a:xfrm>
          <a:prstGeom prst="rect">
            <a:avLst/>
          </a:prstGeom>
          <a:solidFill>
            <a:srgbClr val="FFD9C4"/>
          </a:solidFill>
          <a:ln/>
        </p:spPr>
      </p:sp>
      <p:sp>
        <p:nvSpPr>
          <p:cNvPr id="23" name="Text 21"/>
          <p:cNvSpPr/>
          <p:nvPr/>
        </p:nvSpPr>
        <p:spPr>
          <a:xfrm>
            <a:off x="5129784" y="2871216"/>
            <a:ext cx="1847088" cy="11978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console-v2 验收报告：A 类功能缺陷 0，实走基线 8cb9b5c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086600" y="26974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32904" y="1828800"/>
            <a:ext cx="2066544" cy="23317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42632" y="192024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2026-08-12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42632" y="2194560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全流程闭环实机验收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42632" y="2779776"/>
            <a:ext cx="1847088" cy="10973"/>
          </a:xfrm>
          <a:prstGeom prst="rect">
            <a:avLst/>
          </a:prstGeom>
          <a:solidFill>
            <a:srgbClr val="FFD9C4"/>
          </a:solidFill>
          <a:ln/>
        </p:spPr>
      </p:sp>
      <p:sp>
        <p:nvSpPr>
          <p:cNvPr id="29" name="Text 27"/>
          <p:cNvSpPr/>
          <p:nvPr/>
        </p:nvSpPr>
        <p:spPr>
          <a:xfrm>
            <a:off x="7342632" y="2871216"/>
            <a:ext cx="1847088" cy="11978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需求→合并→可回滚全程 GUI 主链达成；19 次修复、9 个死角填平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299448" y="26974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445752" y="1828800"/>
            <a:ext cx="2066544" cy="23317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55480" y="192024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2026-08-14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555480" y="2194560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可观测方案定稿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555480" y="2779776"/>
            <a:ext cx="1847088" cy="10973"/>
          </a:xfrm>
          <a:prstGeom prst="rect">
            <a:avLst/>
          </a:prstGeom>
          <a:solidFill>
            <a:srgbClr val="FFD9C4"/>
          </a:solidFill>
          <a:ln/>
        </p:spPr>
      </p:sp>
      <p:sp>
        <p:nvSpPr>
          <p:cNvPr id="35" name="Text 33"/>
          <p:cNvSpPr/>
          <p:nvPr/>
        </p:nvSpPr>
        <p:spPr>
          <a:xfrm>
            <a:off x="9555480" y="2871216"/>
            <a:ext cx="1847088" cy="11978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埋点约 70% 已写好、0% 导出，缺口精确定位到文件/函数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4360" y="4343400"/>
            <a:ext cx="11000232" cy="502920"/>
          </a:xfrm>
          <a:prstGeom prst="roundRect">
            <a:avLst>
              <a:gd name="adj" fmla="val 49091"/>
            </a:avLst>
          </a:prstGeom>
          <a:solidFill>
            <a:srgbClr val="E9EEFB"/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" y="434340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关键实证：需求充分度 0.90 · v2 终验 8/8 步全过 · A 类缺陷 0 · 19 次修复 / 9 死角填平 · </a:t>
            </a:r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change_set 18dc502c · 回滚实测（revert PR #4）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94360" y="5074920"/>
            <a:ext cx="11000232" cy="65836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9" name="Text 37"/>
          <p:cNvSpPr/>
          <p:nvPr/>
        </p:nvSpPr>
        <p:spPr>
          <a:xfrm>
            <a:off x="960120" y="5074920"/>
            <a:ext cx="10268712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可运行成果：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dev-up 一键启动 · compose 全栈一条命令 · 控制台 GUI 全流程闭环（已实证）· AgentTeams 团队 + 双房间 + Runner 执行面真实运转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 里程碑与落地计划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三阶段推进 —— 核心闭环已完成，可观测 5 步落地中，规模化验证待启动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计划清晰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3538728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8" name="Shape 6"/>
          <p:cNvSpPr/>
          <p:nvPr/>
        </p:nvSpPr>
        <p:spPr>
          <a:xfrm>
            <a:off x="740664" y="1911096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1856232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 · 核心闭环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54096" y="189280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3054096" y="1892808"/>
            <a:ext cx="95097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41832" y="2203704"/>
            <a:ext cx="302666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全流程闭环：发现 → 计划 → 物化 → 执行 → 验证 → 审批 → 合并 → 回滚，独立验收实证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25112" y="1783080"/>
            <a:ext cx="3538728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471416" y="1911096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4672584" y="1856232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· 可观测性落地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84848" y="189280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2A2F5B"/>
          </a:solidFill>
          <a:ln/>
        </p:spPr>
      </p:sp>
      <p:sp>
        <p:nvSpPr>
          <p:cNvPr id="17" name="Text 15"/>
          <p:cNvSpPr/>
          <p:nvPr/>
        </p:nvSpPr>
        <p:spPr>
          <a:xfrm>
            <a:off x="6784848" y="1892808"/>
            <a:ext cx="95097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72584" y="2203704"/>
            <a:ext cx="302666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步推进，埋点约 70% 就绪、0% 导出，Higress 网关方案已定稿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55864" y="1783080"/>
            <a:ext cx="3538728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202168" y="1911096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8403336" y="1856232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 · 规模化验证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515600" y="1892808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9AA1B8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0" y="1892808"/>
            <a:ext cx="95097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403336" y="2203704"/>
            <a:ext cx="302666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Saleor 五仓库回放 + TrainTicket 第二验证集 + MVP 多仓并发交付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30358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· 可观测性落地 5 步（每步标注工作量与收益）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4360" y="3310128"/>
            <a:ext cx="2066544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340156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4015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78408" y="338328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OTLP 通路就绪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3822192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8221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 半天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4133088"/>
            <a:ext cx="1883664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让已写好的 70% 埋点立刻通、出第一条完整 trace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807208" y="3310128"/>
            <a:ext cx="2066544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98648" y="340156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/>
        </p:spPr>
      </p:sp>
      <p:sp>
        <p:nvSpPr>
          <p:cNvPr id="35" name="Text 33"/>
          <p:cNvSpPr/>
          <p:nvPr/>
        </p:nvSpPr>
        <p:spPr>
          <a:xfrm>
            <a:off x="2898648" y="34015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191256" y="338328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Higress OTel 插件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898648" y="3822192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98648" y="38221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 1 天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898648" y="4133088"/>
            <a:ext cx="1883664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覆盖全部 Agent 容器 LLM 调用（最大缺口、最大收益）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0056" y="3310128"/>
            <a:ext cx="2066544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11496" y="340156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/>
        </p:spPr>
      </p:sp>
      <p:sp>
        <p:nvSpPr>
          <p:cNvPr id="42" name="Text 40"/>
          <p:cNvSpPr/>
          <p:nvPr/>
        </p:nvSpPr>
        <p:spPr>
          <a:xfrm>
            <a:off x="5111496" y="34015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04104" y="338328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补齐 span 三件套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111496" y="3822192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11496" y="38221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 1-2 天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11496" y="4133088"/>
            <a:ext cx="1883664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retrieval/skill/mcp.* span + Log 结构化 + Metrics + 告警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232904" y="3310128"/>
            <a:ext cx="2066544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24344" y="340156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/>
        </p:spPr>
      </p:sp>
      <p:sp>
        <p:nvSpPr>
          <p:cNvPr id="49" name="Text 47"/>
          <p:cNvSpPr/>
          <p:nvPr/>
        </p:nvSpPr>
        <p:spPr>
          <a:xfrm>
            <a:off x="7324344" y="34015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616952" y="338328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落库 + API + 前端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324344" y="3822192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24344" y="38221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 2 天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24344" y="4133088"/>
            <a:ext cx="1883664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observability 落库 + 查询 API + 前端时间线：在线监控、成本核算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445752" y="3310128"/>
            <a:ext cx="2066544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537192" y="340156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/>
        </p:spPr>
      </p:sp>
      <p:sp>
        <p:nvSpPr>
          <p:cNvPr id="56" name="Text 54"/>
          <p:cNvSpPr/>
          <p:nvPr/>
        </p:nvSpPr>
        <p:spPr>
          <a:xfrm>
            <a:off x="9537192" y="34015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829800" y="338328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trace ↔ 离线评估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537192" y="3822192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537192" y="38221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 1 天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537192" y="4133088"/>
            <a:ext cx="1883664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回放联动 scoring.py，让「科学量化」落地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94360" y="5193792"/>
            <a:ext cx="11000232" cy="621792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62" name="Text 60"/>
          <p:cNvSpPr/>
          <p:nvPr/>
        </p:nvSpPr>
        <p:spPr>
          <a:xfrm>
            <a:off x="960120" y="5193792"/>
            <a:ext cx="102687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复赛准备：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 AgentTeams 代码 + 可运行 Demo，重点演示完整闭环：需求→跨仓库修改→独立验证→失败修正→预发部署→人工审批→证据→回滚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6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7.3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  风险控制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八类风险逐一识别 —— 有案例、有根因、有落地控制措施，风险整体可控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风险可控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" y="1938528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23544" y="189280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 LLM 不可用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23544" y="215798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99032" y="215798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欠费 502 / 模型 503，任务卡死数小时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23544" y="245059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控制：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99032" y="245059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失败率骤升分钟级告警；23 个 CLI 适配器可替换 provider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99632" y="18288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7648" y="1938528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528816" y="189280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任务无推进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28816" y="215798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004304" y="215798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派工点名 / 任务包 / 「界面绿物理世界停」等一次性事件死角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28816" y="245059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控制：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04304" y="245059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幂等可重放 + 收敛巡检（9 例死角已填平）+ last-touch 卡死告警 + 重派工入口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" y="304495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" y="299923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假绿 / 自测自证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3544" y="326440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399032" y="326440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宣称成功但未执行、测试命令未注入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23544" y="355701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控制：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99032" y="355701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 Runner 代跑 + 无测试结果证据硬性拒收 + testResults.executedBy 溯源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99632" y="2935224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27648" y="304495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6528816" y="299923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凭据泄露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28816" y="326440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004304" y="326440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进 GUI / 进 span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28816" y="355701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控制：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04304" y="355701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 env 配置 + 凭据序列化禁令 + 沙箱拒绝任意 shell + 生产凭据不交 Coding Agent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041648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" y="4151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923544" y="4105656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配置漂移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23544" y="43708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399032" y="437083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部署形态变化 → 路径映射失配，Runner 静默放单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23544" y="466344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控制：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399032" y="466344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对账哨兵：派单在租 + 事件流水为空 = 有人租了活没干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99632" y="4041648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27648" y="4151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6528816" y="4105656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工具误伤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528816" y="43708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004304" y="437083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子串匹配误拦 rm- 资源名 → 审批无人可批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528816" y="466344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控制：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004304" y="466344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安全规则词边界匹配；命名空间与安全词表一起设计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94360" y="514807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2376" y="525780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1" name="Text 49"/>
          <p:cNvSpPr/>
          <p:nvPr/>
        </p:nvSpPr>
        <p:spPr>
          <a:xfrm>
            <a:off x="923544" y="521208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数据迁移风险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923544" y="547725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399032" y="547725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多仓库整体回退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23544" y="576986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控制：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399032" y="576986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三阶段回滚 + 数据库迁移补偿 + 恢复上一跨仓库一致状态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199632" y="514807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27648" y="525780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8" name="Text 56"/>
          <p:cNvSpPr/>
          <p:nvPr/>
        </p:nvSpPr>
        <p:spPr>
          <a:xfrm>
            <a:off x="6528816" y="521208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观测后端安全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6528816" y="547725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004304" y="547725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Studio 监听 0.0.0.0 且含完整 prompt；脚本来自外网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528816" y="576986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控制：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004304" y="576986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防火墙拦外部入站 + 脚本来源审阅 + intercept.js 密钥脱敏后再接生产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6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7.4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  整体可行性小结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六周推进节奏：从选题定义到全流程 GUI 闭环实证，下一步规模化验证与复赛 Demo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00055" y="38404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00055" y="38404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整体可行性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E9EEFB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956816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" y="1901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一页纸速览 · 全队统一口径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91640" y="228600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可观测交付控制平面 RepoMesh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8529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问题与场景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91640" y="2852928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AI 编码交付不稳定、不透明、难审计；跨仓库长周期需求单 Agent 无法完成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34198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核心方案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91640" y="3419856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组织职能 Agent，自动产出「经独立验证、可观测、可审计、可回滚的 Release Candidate」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39867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创新与差异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91640" y="398678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 Contract + 独立验证（有牙齿）；全链路 OTel 可观测 + Release Evidence Pack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45537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开放复用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91640" y="455371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Saleor 五仓库开源验证 + TrainTicket 评估集 + 可复用 Skills / 适配器 / 契约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5120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91640" y="512064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 GUI 闭环已实证（08-12）；可观测埋点 70% 就绪、Higress 网关方案定稿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99632" y="182880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E9EE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364224" y="1956816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601968" y="1901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复赛准备与规模化验证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82512" y="228600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23774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复赛准备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47104" y="2670048"/>
            <a:ext cx="4700016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 AgentTeams 代码 + 可运行 Demo；Demo 重点不是「一次成功生成」，而是完整闭环：需求 → 跨仓库修改 → 独立验证 → 失败修正 → 预发部署 → 人工审批 → 证据 → 回滚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82512" y="3986784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47104" y="407822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 · 规模化验证（规划）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47104" y="4370832"/>
            <a:ext cx="4700016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Saleor 五仓库历史任务回放（固定基线 → 隔离远程 → 脱敏需求 → 自主识别仓库 → 隐藏测试 + 黑盒评分）；TrainTicket 第二验证集；MVP 从 2-3 仓扩展到多仓并发交付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" y="594360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594360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整体可行性结论：进展扎实 · 计划清晰 · 风险可控 —— </a:t>
            </a:r>
            <a:pPr algn="ctr" indent="0" marL="0">
              <a:buNone/>
            </a:pPr>
            <a:r>
              <a:rPr lang="en-US" sz="1300" b="1" dirty="0">
                <a:solidFill>
                  <a:srgbClr val="FF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已具备规模化验证与参赛交付条件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 落地计划与进展 —— RepoMesh 多 Agent 可观测交付控制平面</dc:title>
  <dc:subject>GOAI 世界人工智能开源大赛 · 初赛方案</dc:subject>
  <dc:creator>GOAI 参赛团队</dc:creator>
  <cp:lastModifiedBy>GOAI 参赛团队</cp:lastModifiedBy>
  <cp:revision>1</cp:revision>
  <dcterms:created xsi:type="dcterms:W3CDTF">2026-08-16T10:19:42Z</dcterms:created>
  <dcterms:modified xsi:type="dcterms:W3CDTF">2026-08-16T10:19:42Z</dcterms:modified>
</cp:coreProperties>
</file>