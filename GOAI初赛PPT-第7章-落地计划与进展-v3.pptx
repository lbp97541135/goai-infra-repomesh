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74320"/>
            <a:ext cx="2011680" cy="2011680"/>
          </a:xfrm>
          <a:prstGeom prst="ellipse">
            <a:avLst/>
          </a:prstGeom>
          <a:solidFill>
            <a:srgbClr val="2A2F5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109728"/>
            <a:ext cx="822960" cy="8229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4" name="Shape 2"/>
          <p:cNvSpPr/>
          <p:nvPr/>
        </p:nvSpPr>
        <p:spPr>
          <a:xfrm>
            <a:off x="10927080" y="6172200"/>
            <a:ext cx="594360" cy="5943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868680"/>
            <a:ext cx="731520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22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 落地计划与进展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 · 对应当前进展与整体可行性（权重 20%）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编码交付从「单 Agent 单仓库」</a:t>
            </a:r>
            <a:pPr algn="l" indent="0" marL="0">
              <a:buNone/>
            </a:pPr>
            <a:r>
              <a:rPr lang="en-US" sz="155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，走向</a:t>
            </a:r>
            <a:pPr algn="l" indent="0" marL="0">
              <a:buNone/>
            </a:pPr>
            <a:r>
              <a:rPr lang="en-US" sz="15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可协作、可治理、可复用</a:t>
            </a:r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Agent Infra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2907792"/>
            <a:ext cx="53949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3035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3035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06424" y="3017520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组织化交付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6424" y="3383280"/>
            <a:ext cx="4700016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组织职能 Agent，跨仓库需求拆解为团队作战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99632" y="2907792"/>
            <a:ext cx="53949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3035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3035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11696" y="3017520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全流程闭环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11696" y="3383280"/>
            <a:ext cx="4700016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→ 计划 → 执行 → 验证 → 审批 → 发布 → 回滚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06824"/>
            <a:ext cx="53949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" y="44348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06424" y="4416552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契约与证据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" y="4782312"/>
            <a:ext cx="4700016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Contract 机器可检查；Release Evidence Pack 交付留痕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99632" y="4306824"/>
            <a:ext cx="53949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7648" y="44348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6327648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11696" y="4416552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可观测可审计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1696" y="4782312"/>
            <a:ext cx="4700016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全链路 Trace/Log/Metrics；授权快照绑定可回滚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5705856"/>
            <a:ext cx="11000232" cy="621792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705856"/>
            <a:ext cx="102687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当前进展：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 GUI 闭环实证（独立验收）· 可观测全链路真数据（Trace 17 会话 / 1,196 事件）· 评估集 15 用例 + 离线评分联动 · 12 个 Skills / 部署脚本就绪</a:t>
            </a:r>
            <a:endParaRPr lang="en-US" sz="115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实现边界与复赛计划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版本递进：初赛可演示 → 复赛可验证 → 开放可复用，边界清晰、可验收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987991" y="384048"/>
            <a:ext cx="160934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87991" y="38404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当前进展与落地计划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3538728" cy="566928"/>
          </a:xfrm>
          <a:prstGeom prst="roundRect">
            <a:avLst>
              <a:gd name="adj" fmla="val 16129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920240"/>
            <a:ext cx="32095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V0.2 · 初赛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" y="2121408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可演示（已交付）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37560" y="1938528"/>
            <a:ext cx="667512" cy="23774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938528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2432304"/>
            <a:ext cx="3538728" cy="3621024"/>
          </a:xfrm>
          <a:prstGeom prst="roundRect">
            <a:avLst>
              <a:gd name="adj" fmla="val 2584"/>
            </a:avLst>
          </a:prstGeom>
          <a:solidFill>
            <a:srgbClr val="E9EE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259689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542032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 GUI 闭环主链（需求→合并→回滚，全程 GUI 独立验收）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8952" y="316382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108960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4 仓库真实 PR 链（#19466 / #6732 / #2393 / #1809）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8952" y="373075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675888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Evidence Pack（授权快照 + change_set 18dc502c）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8952" y="429768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242816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 ChangeSet 回滚实测（revert PR #4）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952" y="486460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809744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可观测全链路真数据（Trace 17 会话 / 1,196 事件 + 日志板块 + 按 Issue 下钻）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8952" y="543153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376672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评估集与离线评分联动（15 用例，Recall 0.70 / F1 0.50）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25112" y="1828800"/>
            <a:ext cx="3538728" cy="566928"/>
          </a:xfrm>
          <a:prstGeom prst="roundRect">
            <a:avLst>
              <a:gd name="adj" fmla="val 16129"/>
            </a:avLst>
          </a:prstGeom>
          <a:solidFill>
            <a:srgbClr val="2A2F5B"/>
          </a:solidFill>
          <a:ln/>
        </p:spPr>
      </p:sp>
      <p:sp>
        <p:nvSpPr>
          <p:cNvPr id="26" name="Text 24"/>
          <p:cNvSpPr/>
          <p:nvPr/>
        </p:nvSpPr>
        <p:spPr>
          <a:xfrm>
            <a:off x="4489704" y="1920240"/>
            <a:ext cx="32095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V0.5 · 复赛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89704" y="2121408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可验证（规划）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949440" y="19385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938528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复赛目标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25112" y="2432304"/>
            <a:ext cx="3538728" cy="3621024"/>
          </a:xfrm>
          <a:prstGeom prst="roundRect">
            <a:avLst>
              <a:gd name="adj" fmla="val 2584"/>
            </a:avLst>
          </a:prstGeom>
          <a:solidFill>
            <a:srgbClr val="E9EEFB"/>
          </a:solidFill>
          <a:ln/>
        </p:spPr>
      </p:sp>
      <p:sp>
        <p:nvSpPr>
          <p:cNvPr id="31" name="Shape 29"/>
          <p:cNvSpPr/>
          <p:nvPr/>
        </p:nvSpPr>
        <p:spPr>
          <a:xfrm>
            <a:off x="4489704" y="259689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4690872" y="2542032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接入真实 Git 托管 + CI/CD 流水线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89704" y="316382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4690872" y="3108960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/ 云主机部署目标（交付延伸到「上线」）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89704" y="373075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4690872" y="3675888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Saleor 五仓库历史任务回放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89704" y="429768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4690872" y="4242816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TrainTicket 在线评分闭环（评估在线化）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89704" y="486460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4690872" y="4809744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执行白名单（可自动执行的命令 / 工具 / 路径）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89704" y="543153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4690872" y="5376672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多任务并发交付（2-3 仓 → 多仓并发）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055864" y="1828800"/>
            <a:ext cx="3538728" cy="566928"/>
          </a:xfrm>
          <a:prstGeom prst="roundRect">
            <a:avLst>
              <a:gd name="adj" fmla="val 16129"/>
            </a:avLst>
          </a:prstGeom>
          <a:solidFill>
            <a:srgbClr val="2A2F5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0456" y="1920240"/>
            <a:ext cx="32095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· 开放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220456" y="2121408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可复用（生态）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0680192" y="19385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47" name="Text 45"/>
          <p:cNvSpPr/>
          <p:nvPr/>
        </p:nvSpPr>
        <p:spPr>
          <a:xfrm>
            <a:off x="10680192" y="1938528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开放资产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55864" y="2432304"/>
            <a:ext cx="3538728" cy="3621024"/>
          </a:xfrm>
          <a:prstGeom prst="roundRect">
            <a:avLst>
              <a:gd name="adj" fmla="val 2584"/>
            </a:avLst>
          </a:prstGeom>
          <a:solidFill>
            <a:srgbClr val="E9EEFB"/>
          </a:solidFill>
          <a:ln/>
        </p:spPr>
      </p:sp>
      <p:sp>
        <p:nvSpPr>
          <p:cNvPr id="49" name="Shape 47"/>
          <p:cNvSpPr/>
          <p:nvPr/>
        </p:nvSpPr>
        <p:spPr>
          <a:xfrm>
            <a:off x="8220456" y="259689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0" name="Text 48"/>
          <p:cNvSpPr/>
          <p:nvPr/>
        </p:nvSpPr>
        <p:spPr>
          <a:xfrm>
            <a:off x="8421624" y="2542032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Skill 模板（12 个 Skills 全链条）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20456" y="316382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2" name="Text 50"/>
          <p:cNvSpPr/>
          <p:nvPr/>
        </p:nvSpPr>
        <p:spPr>
          <a:xfrm>
            <a:off x="8421624" y="3108960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适配器样例 + 离线 mock 执行器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220456" y="373075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4" name="Text 52"/>
          <p:cNvSpPr/>
          <p:nvPr/>
        </p:nvSpPr>
        <p:spPr>
          <a:xfrm>
            <a:off x="8421624" y="3675888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评估数据集（TrainTicket 15 用例 + Saleor 回放集）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220456" y="429768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8421624" y="4242816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部署与演示脚本（dev-up / compose / 演示页）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220456" y="486460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8" name="Text 56"/>
          <p:cNvSpPr/>
          <p:nvPr/>
        </p:nvSpPr>
        <p:spPr>
          <a:xfrm>
            <a:off x="8421624" y="4809744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契约与语义规范（Delivery Contract / OTel GenAI）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220456" y="543153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0" name="Text 58"/>
          <p:cNvSpPr/>
          <p:nvPr/>
        </p:nvSpPr>
        <p:spPr>
          <a:xfrm>
            <a:off x="8421624" y="5376672"/>
            <a:ext cx="3026664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评测工具（scoring.py 离线评分）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风险控制与整体可行性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风险有对策、计划有边界 —— 整体具备规模化验证与参赛交付条件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00055" y="38404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00055" y="38404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5394960" cy="3703320"/>
          </a:xfrm>
          <a:prstGeom prst="roundRect">
            <a:avLst>
              <a:gd name="adj" fmla="val 2963"/>
            </a:avLst>
          </a:prstGeom>
          <a:solidFill>
            <a:srgbClr val="E9EEFB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91109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18562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 · 关键五类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21284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 LLM 不可用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59152" y="22128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502 / 503 → 分钟级告警 + 23 个 CLI 适配器可替换 provider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" y="285292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285292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任务无推进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59152" y="285292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收敛巡检（9 个死角已填平）+ last-touch 卡死告警 + 重派工入口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34930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" y="349300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假绿 / 自测自证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59152" y="34930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Runner 代跑 + 无证据硬性拒收 + testResults 溯源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" y="413308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" y="413308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数据迁移 / 回滚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59152" y="41330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三阶段回滚 + 数据库迁移补偿 + 恢复跨仓库一致状态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" y="477316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" y="477316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观测后端安全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59152" y="47731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监听 0.0.0.0 隔离 + intercept.js 密钥脱敏 + 脚本来源审阅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99632" y="1783080"/>
            <a:ext cx="5394960" cy="3703320"/>
          </a:xfrm>
          <a:prstGeom prst="roundRect">
            <a:avLst>
              <a:gd name="adj" fmla="val 2963"/>
            </a:avLst>
          </a:prstGeom>
          <a:solidFill>
            <a:srgbClr val="E9EEF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64224" y="191109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6601968" y="18562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整体可行性论证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82512" y="221284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已实证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0" y="2212848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 GUI 闭环、跨仓库 PR 链、整 ChangeSet 回滚（独立验收报告，非自证）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82512" y="301752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已就绪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0" y="301752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可观测全链路真数据、12 个 Skills、评估集与评分工具、部署脚本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82512" y="382219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待推进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15200" y="3822192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Git/CI/CD 接入、回放与在线评分、并发扩展 —— 边界清晰、逐项可验收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82512" y="462686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Demo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0" y="4626864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完整闭环现场演示：需求 → 跨仓修改 → 独立验证 → 审批 → 发布 → 回滚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360" y="5760720"/>
            <a:ext cx="11000232" cy="502920"/>
          </a:xfrm>
          <a:prstGeom prst="roundRect">
            <a:avLst>
              <a:gd name="adj" fmla="val 49091"/>
            </a:avLst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576072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整体可行性结论：进展扎实 · 计划清晰 · 风险可控 —— </a:t>
            </a:r>
            <a:pPr algn="ctr" indent="0" marL="0">
              <a:buNone/>
            </a:pPr>
            <a:r>
              <a:rPr lang="en-US" sz="1350" b="1" dirty="0">
                <a:solidFill>
                  <a:srgbClr val="FF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已具备规模化验证与参赛交付条件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落地计划与进展 —— RepoMesh 多 Agent 可观测交付控制平面（v3 三页浓缩版）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2026-08-16T10:50:52Z</dcterms:created>
  <dcterms:modified xsi:type="dcterms:W3CDTF">2026-08-16T10:50:52Z</dcterms:modified>
</cp:coreProperties>
</file>