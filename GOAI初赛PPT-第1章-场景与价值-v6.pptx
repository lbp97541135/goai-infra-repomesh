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03120" cy="21031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51560"/>
            <a:ext cx="1188720" cy="1188720"/>
          </a:xfrm>
          <a:prstGeom prst="ellipse">
            <a:avLst/>
          </a:prstGeom>
          <a:solidFill>
            <a:srgbClr val="FFEDE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276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第一章（权重 25%）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182880"/>
            <a:ext cx="1188720" cy="11887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跨仓库交付的真实瓶颈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回滚」的完整链路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离线评估集，无需企业私码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本部分：场景与价值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25%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场景与价值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痛点来自行业数据，也来自跨仓库交付的真实瓶颈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4023" y="384048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4023" y="38404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2459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7523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935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7581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599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44714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7640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42316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4048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12080" y="2715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15468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324612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22783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 · 易填满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35387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多仓库深入读取更快填满窗口，只能拆会话、共享文档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06908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05079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分支管理 · 靠人工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212080" y="43616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无法跨仓库管理分支，只能人工跟踪各仓库所在分支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80060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3480" y="489204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87375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非单仓库 · 逐仓提交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212080" y="51846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仓库，跨仓变更须逐仓提交、手动协调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7607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一次真实需求从 Issue 到合并、回滚的完整交付链路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5496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6632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9784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exit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87768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18904" y="2011680"/>
            <a:ext cx="2066544" cy="566928"/>
          </a:xfrm>
          <a:prstGeom prst="roundRect">
            <a:avLst>
              <a:gd name="adj" fmla="val 22581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592056" y="2066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53949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 · Saleor 开源项目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3355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改结账商品价格时记录修改原因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横跨 4 个仓库的完整改动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99592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PR #19466：数据模型 / 迁移 / GraphQL / 17 个测试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PR #6732：类型 / 查询 / 管理界面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 PR #2393 + Docs PR #1809：示例应用与文档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无法完成 —— 必须多仓库编排与独立验证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2788920"/>
            <a:ext cx="539496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9535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9535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 · RepoMesh 全流程闭环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82512" y="342900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真写代码，Runner 代跑测试，无测试结果证据被拒收</a:t>
            </a:r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候选分支推真仓 → PR → CI 绿 → 授权单（不可变快照 + SHA）</a:t>
            </a:r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merge → 整 ChangeSet 回滚 → 自动开出 revert PR</a:t>
            </a:r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GUI，0 步命令行写入（独立验收实证）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62356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62356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一次真实需求 = 一次可验证的交付闭环：Issue → 代码 → 测试 exit 0 → 合并 → 回滚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75304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73368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88552" y="2103120"/>
            <a:ext cx="2578608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22677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71432" y="2761488"/>
            <a:ext cx="2212848" cy="512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71432" y="3310128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206240"/>
            <a:ext cx="11000232" cy="777240"/>
          </a:xfrm>
          <a:prstGeom prst="roundRect">
            <a:avLst>
              <a:gd name="adj" fmla="val 14118"/>
            </a:avLst>
          </a:prstGeom>
          <a:solidFill>
            <a:srgbClr val="E9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297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可复制性从哪来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无需企业私码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验证基于开源对象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离线评估集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· 可比对 · 可审计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429768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方法即产品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6268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/ 依赖图 / 验证器随方案交付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512064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12064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我们不是又一个单会话 Coding Agent，而是组织多个职能 Agent 的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「可观测交付控制平面」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单会话工作区的局限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上下文窗口易满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多仓库深入读取会更快填满窗口，只能拆会话、共享文档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分支无法跨仓库管理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0325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只能人工跟踪各仓库所在分支，缺少统一视图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654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跨仓变更须逐仓提交、手动协调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410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仓库、跨 7 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· 审计可追溯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465429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交付物经独立验证，证据链全程可审计、可追溯、可回滚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54864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 Coding Agent：仓库会话期固定、跨仓靠拆会话　→　</a:t>
            </a:r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2026-08-16T09:16:12Z</dcterms:created>
  <dcterms:modified xsi:type="dcterms:W3CDTF">2026-08-16T09:16:12Z</dcterms:modified>
</cp:coreProperties>
</file>