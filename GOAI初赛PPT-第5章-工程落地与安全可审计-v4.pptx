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72768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42416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工程落地、运行验证与可观测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6099048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67328"/>
            <a:ext cx="60990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Infra 新智基座 · 初赛方案 · 第五章（权重 20%）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全流程 GUI 闭环 · 观测数据自建落库 · </a:t>
            </a:r>
            <a:pPr algn="ctr" indent="0" marL="0">
              <a:buNone/>
            </a:pPr>
            <a:r>
              <a:rPr lang="en-US" sz="14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证据可审计 · 回滚可验证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6126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0972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167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201168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可运行性 · 基础设施集成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23591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用契约屏蔽环境差异，一条命令拉起全栈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27648" y="192024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2167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2167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6016" y="201168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运行证据 · 证据链闭环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86016" y="23591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一次需求 = 一条可验证、可回滚的证据链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96265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32095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305409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 · 推理轨迹与前端板块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34015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数据自建落库，4 板块对应赛题覆盖面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27648" y="296265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8816" y="32095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305409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评估与优化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6016" y="34015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赛题五必答 + 观测驱动评估，量化推理效果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7804" y="4005072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8972" y="4251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8972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6172" y="409651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云产品选型的必要性与边界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6172" y="44439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自建落库为主，外部组件可替换可降级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534924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本部分：工程落地与运行验证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工程落地、运行验证与可观测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可运行性 · 基础设施集成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 —— 一条命令拉起全栈（开发档 / compose 双路径）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AgentTeams(Matrix)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建团协作、状态流转、teamRoom + leaderDM 双房间派工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2544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网关统一汇聚：key-auth 鉴权、模型路由、限流与流量治理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0728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Alembic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13064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持久化与 schema 迁移、事务边界、可回滚的数据底座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6696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Agent 共享工件与统一工作区，幂等重跑不污染真仓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52544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7136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 + Collector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 / 日志 / 指标采集汇聚，一处接入可观测与告警栈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0728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064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用例库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13064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15 用例、测试可信度五形态、评估回放基线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349240"/>
            <a:ext cx="11000232" cy="65836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349240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 —— Port 契约抽象能力，基础设施实现 Port：Mock 与真实接入共用同一契约；Runner 注入真仓环境，验证不依赖 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运行证据 · 证据链闭环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 = 一条可验证、可审计、可回滚的证据链（2026-08-12 独立验收实测）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420624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核心原则：没有证据 = 没有交付 ——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自述不算数，只有独立验证产生的证据才能放行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4414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" y="2734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 输入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" y="299008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 + 仓库扫描 + 依赖图；产出：需求充分度 0.90 + 5 候选仓库评分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33172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24414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1296" y="2734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11296" y="299008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代跑测试（真执行 exit 0 + CI 绿）；产出：测试结果证据，非 Agent 自述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24414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281928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2734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授权交付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0216" y="299008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授权单绑定 HEAD-BOUND SHA 不可变快照 → 自动 merge；产出：merge_sha 逐字留证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61120" y="2331720"/>
            <a:ext cx="263347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0848" y="24414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9070848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89136" y="27340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回滚兜底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89136" y="299008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 + 自动开 revert PR #4；产出：失败路径同样留痕可溯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" y="39136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证据分级 —— 判定标准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4343400"/>
            <a:ext cx="35387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778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4805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480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强证据 · 可放行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4846320"/>
            <a:ext cx="317296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tests 绿 + 授权单绑定 HEAD-BOUND SHA → 自动合并，全链留痕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70832" y="4343400"/>
            <a:ext cx="35387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7780">
            <a:solidFill>
              <a:srgbClr val="AEB6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3712" y="44805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AEB6D6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4480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弱证据 · 需补验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53712" y="4846320"/>
            <a:ext cx="317296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自测自证（自己跑、自己声明），无独立验证方与审计记录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47304" y="4343400"/>
            <a:ext cx="35387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7780">
            <a:solidFill>
              <a:srgbClr val="9AA1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0184" y="44805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9AA1B8"/>
          </a:solidFill>
          <a:ln/>
        </p:spPr>
      </p:sp>
      <p:sp>
        <p:nvSpPr>
          <p:cNvPr id="40" name="Text 38"/>
          <p:cNvSpPr/>
          <p:nvPr/>
        </p:nvSpPr>
        <p:spPr>
          <a:xfrm>
            <a:off x="8330184" y="4480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缺失证据 · 硬拒收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30184" y="4846320"/>
            <a:ext cx="317296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无测试结果 / 跨仓缺仓库级验证 → 拒绝合并，如实上报缺口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56692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6692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验收判据：判据① 全流程 GUI 闭环达成 · 判据② 一键打开通过（compose 冷路径实证）· </a:t>
            </a:r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0 步命令行写入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可观测 · 推理轨迹与前端板块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对应赛题 2.3（推荐可选项）—— 观测数据自建落库，前端 4 板块直读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赛题必答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 2.3 · 推荐可选项：覆盖 </a:t>
            </a:r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调用 / MCP 工具 / RAG 检索 / LLM 推理</a:t>
            </a:r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全链路推理轨迹，支持在线监控与告警、评估与优化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数据链路：采集 → 解析 → 落库 → 展示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2788920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" y="272491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采集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" y="298094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 埋点（gen_ai.* + repomesh.* 10 属性）+ 根 logger 有界队列 + CoPaw 会话文件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3502152"/>
            <a:ext cx="118872" cy="118872"/>
          </a:xfrm>
          <a:prstGeom prst="ellipse">
            <a:avLst/>
          </a:prstGeom>
          <a:solidFill>
            <a:srgbClr val="AEB6D6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" y="343814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解析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3544" y="369417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trace_ingest 轮询解析 .copaw 会话 → 事件类型 chat / tool / skill / mcp / rag / task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4096512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4215384"/>
            <a:ext cx="118872" cy="118872"/>
          </a:xfrm>
          <a:prstGeom prst="ellipse">
            <a:avLst/>
          </a:prstGeom>
          <a:solidFill>
            <a:srgbClr val="AEB6D6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" y="415137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落库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3544" y="440740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observability.* 表（PostgreSQL）：trace_sessions / llm_usage / log_entries / alert_events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4809744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4928616"/>
            <a:ext cx="118872" cy="118872"/>
          </a:xfrm>
          <a:prstGeom prst="ellipse">
            <a:avLst/>
          </a:prstGeom>
          <a:solidFill>
            <a:srgbClr val="AEB6D6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" y="48646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展示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544" y="5120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/api/v1/observe/* 直读自建数据 → 观测中心 4 板块，30s 轮询 / keyset 分页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23591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观测中心 4 板块（前端真实划分，各对应赛题一个覆盖面）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17920" y="2670048"/>
            <a:ext cx="2569464" cy="1335024"/>
          </a:xfrm>
          <a:prstGeom prst="roundRect">
            <a:avLst>
              <a:gd name="adj" fmla="val 8219"/>
            </a:avLst>
          </a:prstGeom>
          <a:solidFill>
            <a:srgbClr val="E9EE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64224" y="2798064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2743200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推理轨迹 · trace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65392" y="3054096"/>
            <a:ext cx="2093976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/ MCP / RAG / LLM 推理事件回放，三视图：会话 / 跨会话 / 按 Issue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25128" y="2670048"/>
            <a:ext cx="2569464" cy="1335024"/>
          </a:xfrm>
          <a:prstGeom prst="roundRect">
            <a:avLst>
              <a:gd name="adj" fmla="val 8219"/>
            </a:avLst>
          </a:prstGeom>
          <a:solidFill>
            <a:srgbClr val="E9EEFB"/>
          </a:solidFill>
          <a:ln/>
        </p:spPr>
      </p:sp>
      <p:sp>
        <p:nvSpPr>
          <p:cNvPr id="32" name="Shape 30"/>
          <p:cNvSpPr/>
          <p:nvPr/>
        </p:nvSpPr>
        <p:spPr>
          <a:xfrm>
            <a:off x="9171432" y="2798064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2743200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用量大盘 · usage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72600" y="3054096"/>
            <a:ext cx="2093976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成本 / 延迟 / 成功率，7 / 30 / 90 天聚合 + Issue 归因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4242816"/>
            <a:ext cx="2569464" cy="1335024"/>
          </a:xfrm>
          <a:prstGeom prst="roundRect">
            <a:avLst>
              <a:gd name="adj" fmla="val 8219"/>
            </a:avLst>
          </a:prstGeom>
          <a:solidFill>
            <a:srgbClr val="E9EEF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64224" y="437083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31596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统一日志 · logs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65392" y="4626864"/>
            <a:ext cx="2093976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 / 来源 / Issue / 全文检索，keyset 分页，级别颜色编码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25128" y="4242816"/>
            <a:ext cx="2569464" cy="1335024"/>
          </a:xfrm>
          <a:prstGeom prst="roundRect">
            <a:avLst>
              <a:gd name="adj" fmla="val 8219"/>
            </a:avLst>
          </a:prstGeom>
          <a:solidFill>
            <a:srgbClr val="E9EEFB"/>
          </a:solidFill>
          <a:ln/>
        </p:spPr>
      </p:sp>
      <p:sp>
        <p:nvSpPr>
          <p:cNvPr id="40" name="Shape 38"/>
          <p:cNvSpPr/>
          <p:nvPr/>
        </p:nvSpPr>
        <p:spPr>
          <a:xfrm>
            <a:off x="9171432" y="4370832"/>
            <a:ext cx="137160" cy="1371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9372600" y="431596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在线告警 · alerts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372600" y="4626864"/>
            <a:ext cx="2093976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阈值规则每 60s 评估，firing 告警门户横幅全局可见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5650992"/>
            <a:ext cx="11000232" cy="47548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5650992"/>
            <a:ext cx="1026871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诚实降级：</a:t>
            </a:r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板块带真实数字，拿不到的指标如实显示 —；建设中板块如实标注，不编造「已接入」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评估与优化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赛题五必答 + 观测驱动评估 —— 用数据说话，不靠口头承诺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207568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933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2231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2487168"/>
            <a:ext cx="1856232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 埋点 + 根 logger 有界队列 + CoPaw 会话解析，多路归一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25496" y="1920240"/>
            <a:ext cx="207568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6936" y="19933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2916936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35224" y="2231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语义规范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35224" y="2487168"/>
            <a:ext cx="1856232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GenAI（gen_ai.*）+ 自有 repomesh.* 冻结 10 属性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56632" y="1920240"/>
            <a:ext cx="207568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48072" y="19933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148072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66360" y="2231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66360" y="2487168"/>
            <a:ext cx="1856232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主打 + Log + Metrics 三路覆盖，满足 ≥1-2 类达标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87768" y="1920240"/>
            <a:ext cx="207568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9208" y="19933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379208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97496" y="2231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存储检索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97496" y="2487168"/>
            <a:ext cx="1856232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observability.* 落库 PostgreSQL，keyset 分页 / 尾随窗口聚合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18904" y="1920240"/>
            <a:ext cx="207568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10344" y="19933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9610344" y="1993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28632" y="2231136"/>
            <a:ext cx="185623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场景效果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28632" y="2487168"/>
            <a:ext cx="1856232" cy="676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在线告警 · 成本核算 · 质量回放 · 效率瓶颈定位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" y="3520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观测驱动评估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94360" y="3886200"/>
            <a:ext cx="53949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778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995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离线评估 —— 可对比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431596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scoring.py 基于 Golden / Badcase：TrainTicket 15 用例 recall / precision / F1 → 判定置信度校准曲线；trace ↔ 评估回放，对比 Agent 不同版本效果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3886200"/>
            <a:ext cx="53949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778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995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在线评估 —— 可量化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82512" y="431596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 / P95 延迟 / 错误数 / 成本 → 尾随窗口聚合 → 阈值规则告警；按 issue / 仓库 / agent 聚合，支撑成本核算与套餐购买决策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5650992"/>
            <a:ext cx="11000232" cy="56692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" y="5650992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核心优势：观测数据自建落库（PostgreSQL）不依赖外部 SaaS · 一处网关汇聚 8 容器 · </a:t>
            </a:r>
            <a:pPr algn="ctr" indent="0" marL="0">
              <a:buNone/>
            </a:pPr>
            <a:r>
              <a:rPr lang="en-US" sz="130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降级不撒谎 · 评估可回放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 云产品选型的必要性与边界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自建落库为主链路，外部组件可替换、可降级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选型有据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必要性 —— 为什么这样选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331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—— 协同基点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" y="267919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Manager-Workers 专注组织多 Agent Runtime；Matrix + MinIO + Higress 统一协作与资源，满足赛题基点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" y="3566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 —— 观测汇聚点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391363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网关天然汇聚全部 Agent 的 LLM 调用，OTel 插件一处覆盖 8 容器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observability —— 主数据源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" y="514807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观测数据自建落库（trace_sessions / llm_usage / log_entries），前端直读，不依赖外部 SaaS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4873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边界与降级 —— 诚实、可控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224028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8543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123176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AgentScope Studio —— trace 短期接收端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23176" y="267919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OTLP 直发零成本起步；中期自建 Collector + ClickHouse（OTLP 不变），存储可替换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347472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8543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123176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LoongSuite —— CoPaw 侧可选增强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23176" y="391363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qwenpaw worker 观测插件（CMS 上报），非观测中心主数据源，启用按环境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470916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8543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123176" y="4800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23176" y="514807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三态分开：未接入 ≠ 未探测；建设中板块如实标注「尚未接入数据源」，不假装已观测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585216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852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 —— 满足赛题基点 · 观测可插拔 · 数据不出域 · 降级不撒谎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工程落地、运行验证与可观测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2026-08-16T10:07:20Z</dcterms:created>
  <dcterms:modified xsi:type="dcterms:W3CDTF">2026-08-16T10:07:20Z</dcterms:modified>
</cp:coreProperties>
</file>