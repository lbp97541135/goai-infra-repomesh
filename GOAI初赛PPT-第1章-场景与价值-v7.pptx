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37160"/>
            <a:ext cx="2103120" cy="21031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051560"/>
            <a:ext cx="1188720" cy="1188720"/>
          </a:xfrm>
          <a:prstGeom prst="ellipse">
            <a:avLst/>
          </a:prstGeom>
          <a:solidFill>
            <a:srgbClr val="FFEDE4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72768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 场景与价值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0515600" cy="713232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把产品需求自动转化为 </a:t>
            </a:r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「经过独立验证 · 可观测 · 可审计 · 可回滚」</a:t>
            </a:r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的交付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 · 第一章（权重 25%）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092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092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目标用户与痛点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2696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362696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6" name="Text 14"/>
          <p:cNvSpPr/>
          <p:nvPr/>
        </p:nvSpPr>
        <p:spPr>
          <a:xfrm>
            <a:off x="623300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904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8" name="Text 16"/>
          <p:cNvSpPr/>
          <p:nvPr/>
        </p:nvSpPr>
        <p:spPr>
          <a:xfrm>
            <a:off x="883904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182880"/>
            <a:ext cx="1188720" cy="11887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目标用户与核心痛点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行业数据 + 跨仓库交付的真实瓶颈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回滚」的完整链路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开源对象 + 离线评估集，无需企业私码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创新点与差异化优势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自动扫描仓库 + 动态加入，突破会话固定仓库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93776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本部分：场景与价值 —— 对应评分维度「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25%</a:t>
            </a:r>
            <a:endParaRPr lang="en-US" sz="13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场景与价值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目标用户与核心痛点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痛点来自行业数据，也来自跨仓库交付的真实瓶颈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4023" y="384048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4023" y="38404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· 有据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58775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587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1288" y="24597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研发与平台负责人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" y="275234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需要把「Agent 提效」转化为可证明、可审计的交付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37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59359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34655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企业存量代码库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75818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多仓库、跨技术栈，真实需求从来不止一个仓库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59943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599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61288" y="44714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开源社区与评估者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61288" y="47640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需要无需企业私码即可复现的验证方法与证据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523951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83480" y="233172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242316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40487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 · 自测自证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12080" y="2715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自己声明成功、自己跑测试，无独立验证方与可审计证据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15468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324612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22783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 · 易填满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12080" y="35387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多仓库深入读取更快填满窗口，只能拆会话、共享文档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97764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406908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405079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分支管理 · 靠人工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212080" y="436168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无法跨仓库管理分支，只能人工跟踪各仓库所在分支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480060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83480" y="489204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87375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非单仓库 · 逐仓提交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212080" y="51846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工作区不是 git 仓库，跨仓变更须逐仓提交、手动协调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" y="576072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576072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企业不缺代码生成工具，缺的是把「生成速度」转化为「稳定、可验证、可追溯」交付的控制体系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真实场景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一次真实需求从 Issue 到合并、回滚的完整交付链路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建 Issue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25496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10" name="Text 8"/>
          <p:cNvSpPr/>
          <p:nvPr/>
        </p:nvSpPr>
        <p:spPr>
          <a:xfrm>
            <a:off x="2898648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真实代码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56632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9784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exit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87768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18904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9592056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788920"/>
            <a:ext cx="539496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9535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9535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真实需求 · Saleor 开源项目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33558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改结账商品价格时记录修改原因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65760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横跨 4 个仓库的完整改动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399592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PR #19466：数据模型 / 迁移 / GraphQL / 17 个测试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PR #6732：类型 / 查询 / 管理界面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Apps PR #2393 + Docs PR #1809：示例应用与文档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无法完成 —— 必须多仓库编排与独立验证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9632" y="2788920"/>
            <a:ext cx="539496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29535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29535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 · RepoMesh 全流程闭环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82512" y="3429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真写代码，Runner 代跑测试，无测试结果证据被拒收</a:t>
            </a:r>
            <a:endParaRPr lang="en-US" sz="10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候选分支推真仓 → PR → CI 绿 → 授权单（不可变快照 + SHA）</a:t>
            </a:r>
            <a:endParaRPr lang="en-US" sz="10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merge → 整 ChangeSet 回滚 → 自动开出 revert PR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GUI，0 步命令行写入（独立验收实证）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5623560"/>
            <a:ext cx="1100023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62356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一次真实需求 = 一次可验证的交付闭环：Issue → 代码 → 测试 exit 0 → 合并 → 回滚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行业可复制性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开源验证对象 + 离线评估集 + 方法论迁移，无需企业私码即可复现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多仓库开源对象 · Saleor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五仓库真实规模：自动扫描、跨仓编排、独立验证全链路已打通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2424" y="210312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75304" y="2761488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微服务样本 · TrainTicket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75304" y="3310128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层依赖图、25+ 服务：跨技术栈编排已验证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0488" y="210312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3368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3368" y="2761488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方法论可迁移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73368" y="3310128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仓库池 + 依赖图 + 验证器 + 证据链，可复制到任意多仓代码库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88552" y="210312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71432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9171432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71432" y="2761488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场景可扩展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71432" y="3310128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后端 / 数据 / 文档全栈交付，统一由同一控制平面编排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4206240"/>
            <a:ext cx="11000232" cy="777240"/>
          </a:xfrm>
          <a:prstGeom prst="roundRect">
            <a:avLst>
              <a:gd name="adj" fmla="val 14118"/>
            </a:avLst>
          </a:prstGeom>
          <a:solidFill>
            <a:srgbClr val="E9EEF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2976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可复制性从哪来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00400" y="429768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无需企业私码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46268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验证基于开源对象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429768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离线评估集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46268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 · 可比对 · 可审计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69680" y="429768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方法即产品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46268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仓库发现 / 依赖图 / 验证器随方案交付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512064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512064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从开源项目到企业存量代码库（Fortune 500 级复杂度）均可落地 —— Built to scale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创新点与差异化优势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团队自动发现仓库 + 动态加入 —— 突破单会话 Coding Agent 的仓库固定局限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我们不是又一个单会话 Coding Agent，而是组织多个职能 Agent 的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「可观测交付控制平面」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单会话工作区的局限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288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上下文窗口易满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1288" y="34107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多仓库深入读取会更快填满窗口，只能拆会话、共享文档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1288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分支无法跨仓库管理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" y="40325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只能人工跟踪各仓库所在分支，缺少统一视图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5528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工作区不是 git 仓库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" y="46542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跨仓变更须逐仓提交、手动协调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E9EEFB"/>
          </a:solidFill>
          <a:ln w="15240">
            <a:solidFill>
              <a:srgbClr val="9AA1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的核心能力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自动扫描出涉及仓库（核心！）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66560" y="341071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需求解析后，多 Agent 团队自动扫描仓库池，锁定真实涉及的仓库 —— Saleor 案例自动命中 4 仓库、跨 7 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动态加入仓库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66560" y="403250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执行中发现的新依赖仓库实时加入，无需重启会话，也无需人工协调跨仓提交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· 审计可追溯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66560" y="465429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交付物经独立验证，证据链全程可审计、可追溯、可回滚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54864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4864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 Coding Agent：仓库会话期固定、跨仓靠拆会话　→　</a:t>
            </a:r>
            <a:pPr algn="ctr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RepoMesh：自动扫描 + 动态加入，多仓库交付一次成型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场景与价值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2026-08-16T09:25:12Z</dcterms:created>
  <dcterms:modified xsi:type="dcterms:W3CDTF">2026-08-16T09:25:12Z</dcterms:modified>
</cp:coreProperties>
</file>