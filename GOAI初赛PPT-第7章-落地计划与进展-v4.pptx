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137160"/>
            <a:ext cx="1554480" cy="15544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6126480"/>
            <a:ext cx="658368" cy="658368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落地计划与进展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219895" y="347472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19895" y="347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评分维度：当前进展 · 整体可行性（20%）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62179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落地计划与进展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298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 · 已跑通真实交付闭环，具备规模化验证能力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1664208"/>
            <a:ext cx="11000232" cy="493776"/>
          </a:xfrm>
          <a:prstGeom prst="roundRect">
            <a:avLst>
              <a:gd name="adj" fmla="val 22222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64208"/>
            <a:ext cx="106070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编码交付从「单 Agent 单仓库」</a:t>
            </a:r>
            <a:pPr algn="l" indent="0" marL="0">
              <a:buNone/>
            </a:pPr>
            <a:r>
              <a:rPr lang="en-US" sz="155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，走向</a:t>
            </a:r>
            <a:pPr algn="l" indent="0" marL="0">
              <a:buNone/>
            </a:pPr>
            <a:r>
              <a:rPr lang="en-US" sz="15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可协作、可治理、可复用</a:t>
            </a:r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Agent Infra —— 已在真实交付链路上验证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2340864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2523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523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2487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组织化交付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" y="2889504"/>
            <a:ext cx="4626864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职能 Agent 组织化，跨仓库需求拆解为团队作战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2340864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2523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523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487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889504"/>
            <a:ext cx="4626864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→ 计划 → 执行 → 验证 → 审批 → 发布 → 回滚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785616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396849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61288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契约与证据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61288" y="4334256"/>
            <a:ext cx="4626864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 机器可检查 · Release Evidence Pack 交付留痕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3785616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4224" y="396849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可观测可审计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4334256"/>
            <a:ext cx="4626864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全链路 Trace / Log / Metrics · 授权快照绑定可回滚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5321808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431536"/>
            <a:ext cx="64008" cy="6949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" y="543153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3816" y="565099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13816" y="598017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双仓 E2E：PR / CI / 审批 / 治理 / 顺序合并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29684" y="5321808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29684" y="5431536"/>
            <a:ext cx="64008" cy="694944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38" name="Text 36"/>
          <p:cNvSpPr/>
          <p:nvPr/>
        </p:nvSpPr>
        <p:spPr>
          <a:xfrm>
            <a:off x="4549140" y="543153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仓库扫描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49140" y="565099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76.4%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549140" y="598017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15 用例 × 7 轮迭代 · Recall 90.8%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65008" y="5321808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5008" y="5431536"/>
            <a:ext cx="64008" cy="694944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43" name="Text 41"/>
          <p:cNvSpPr/>
          <p:nvPr/>
        </p:nvSpPr>
        <p:spPr>
          <a:xfrm>
            <a:off x="8284464" y="5431536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84464" y="565099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1,196 事件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284464" y="598017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17 会话 + 日志板块 + 按 Issue 下钻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关键能力进展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围绕仓库扫描、依赖图、严谨验证与可观测的工程能力提升 —— 四项均已落地交付，构成规模化验证的基础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859975" y="38404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3840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 · 已交付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2A2F5B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288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仓库扫描能力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48072" y="192024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148072" y="192024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" y="2340864"/>
            <a:ext cx="5138928" cy="420624"/>
          </a:xfrm>
          <a:prstGeom prst="roundRect">
            <a:avLst>
              <a:gd name="adj" fmla="val 13043"/>
            </a:avLst>
          </a:prstGeom>
          <a:solidFill>
            <a:srgbClr val="FFEDE4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" y="2340864"/>
            <a:ext cx="48828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60.5% → 76.4%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" y="2395728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七轮迭代 · 15 用例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5528" y="291693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2852928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pom.xml 解析修复：deps 0/45 → 44/45 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" y="3264408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" y="3200400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两层确认（发现+确认）· 需求增强 69→253 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361188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" y="3547872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用例 Recall +26.6pt（TT-002 → 73.3%）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99632" y="1828800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1828800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2A2F5B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18288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统一依赖图 SingleGraph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753344" y="192024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10753344" y="192024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27648" y="2340864"/>
            <a:ext cx="5138928" cy="420624"/>
          </a:xfrm>
          <a:prstGeom prst="roundRect">
            <a:avLst>
              <a:gd name="adj" fmla="val 13043"/>
            </a:avLst>
          </a:prstGeom>
          <a:solidFill>
            <a:srgbClr val="FFEDE4"/>
          </a:solidFill>
          <a:ln/>
        </p:spPr>
      </p:sp>
      <p:sp>
        <p:nvSpPr>
          <p:cNvPr id="27" name="Text 25"/>
          <p:cNvSpPr/>
          <p:nvPr/>
        </p:nvSpPr>
        <p:spPr>
          <a:xfrm>
            <a:off x="6455664" y="2340864"/>
            <a:ext cx="48828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份副本 → 1 张真值图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55664" y="2395728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PR-1~5 闭环 · pytest 778 通过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0" y="291693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601968" y="2852928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graph_edges 死列 → 真实边索引（读图 ≡ 投影列）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3264408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601968" y="3200400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replan 用方案层 confirmed 边 + v1↔v2 diff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61188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68" y="3547872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/ commit 审批 · 前端单源投影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4169664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4169664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2A2F5B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416966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真实交付与严谨验证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148072" y="426110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5148072" y="426110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2376" y="4681728"/>
            <a:ext cx="5138928" cy="420624"/>
          </a:xfrm>
          <a:prstGeom prst="roundRect">
            <a:avLst>
              <a:gd name="adj" fmla="val 13043"/>
            </a:avLst>
          </a:prstGeom>
          <a:solidFill>
            <a:srgbClr val="FFEDE4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" y="4681728"/>
            <a:ext cx="48828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双仓真实交付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50392" y="4736592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验收 · ChangeSet delivered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95528" y="525780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996696" y="5193792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App：推送 / PR / CI / 审批 / 治理 / 顺序合并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5528" y="5605272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6" name="Text 44"/>
          <p:cNvSpPr/>
          <p:nvPr/>
        </p:nvSpPr>
        <p:spPr>
          <a:xfrm>
            <a:off x="996696" y="5541264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LLM 网关：4 worker 全部 200（gemini-3-flash）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5528" y="5952744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996696" y="5888736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↔ 离线评分联动：Recall 0.70 / F1 0.50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99632" y="4169664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99632" y="4169664"/>
            <a:ext cx="5394960" cy="420624"/>
          </a:xfrm>
          <a:prstGeom prst="roundRect">
            <a:avLst>
              <a:gd name="adj" fmla="val 17391"/>
            </a:avLst>
          </a:prstGeom>
          <a:solidFill>
            <a:srgbClr val="2A2F5B"/>
          </a:solidFill>
          <a:ln/>
        </p:spPr>
      </p:sp>
      <p:sp>
        <p:nvSpPr>
          <p:cNvPr id="51" name="Text 49"/>
          <p:cNvSpPr/>
          <p:nvPr/>
        </p:nvSpPr>
        <p:spPr>
          <a:xfrm>
            <a:off x="6364224" y="416966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可观测提升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10753344" y="426110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10753344" y="426110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27648" y="4681728"/>
            <a:ext cx="5138928" cy="420624"/>
          </a:xfrm>
          <a:prstGeom prst="roundRect">
            <a:avLst>
              <a:gd name="adj" fmla="val 13043"/>
            </a:avLst>
          </a:prstGeom>
          <a:solidFill>
            <a:srgbClr val="FFEDE4"/>
          </a:solidFill>
          <a:ln/>
        </p:spPr>
      </p:sp>
      <p:sp>
        <p:nvSpPr>
          <p:cNvPr id="55" name="Text 53"/>
          <p:cNvSpPr/>
          <p:nvPr/>
        </p:nvSpPr>
        <p:spPr>
          <a:xfrm>
            <a:off x="6455664" y="4681728"/>
            <a:ext cx="48828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会话 / 1,196 事件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455664" y="4736592"/>
            <a:ext cx="4882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幂等采集 · 0 重复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00800" y="525780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8" name="Text 56"/>
          <p:cNvSpPr/>
          <p:nvPr/>
        </p:nvSpPr>
        <p:spPr>
          <a:xfrm>
            <a:off x="6601968" y="5193792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三端点 API + keyset 分页 · 前端时间线页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00800" y="5605272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0" name="Text 58"/>
          <p:cNvSpPr/>
          <p:nvPr/>
        </p:nvSpPr>
        <p:spPr>
          <a:xfrm>
            <a:off x="6601968" y="5541264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日志板块 + 按 Issue 下钻（不伪造关联）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00800" y="5952744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2" name="Text 60"/>
          <p:cNvSpPr/>
          <p:nvPr/>
        </p:nvSpPr>
        <p:spPr>
          <a:xfrm>
            <a:off x="6601968" y="5888736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告警指标联动（success_rate / error_count）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复赛计划与风险控制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真实闭环已跑通 —— 复赛聚焦规模化验证增量，逐项可验收、风险有对策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00055" y="38404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00055" y="3840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66751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6675120" cy="420624"/>
          </a:xfrm>
          <a:prstGeom prst="roundRect">
            <a:avLst>
              <a:gd name="adj" fmla="val 17391"/>
            </a:avLst>
          </a:prstGeom>
          <a:solidFill>
            <a:srgbClr val="2A2F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· 规模化验证计划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" y="24688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46888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61288" y="241401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多数据集规模化验证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61288" y="274320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在线评分闭环 · Cerny 交叉验证 · 扩展更多开源仓库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200400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664" y="329184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" y="32918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" y="323697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多任务并发交付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356616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执行白名单（命令 / 工具 / 路径）· 2-3 仓 → 多仓并发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664" y="411480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41148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61288" y="405993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交付延伸至上线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61288" y="438912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/ 云主机部署目标 · CI/CD 流水线接入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4846320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" y="49377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" y="49377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61288" y="488289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真实规模回放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61288" y="521208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五仓库历史任务回放 · 评估数据在线化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52360" y="1828800"/>
            <a:ext cx="414223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3970">
            <a:solidFill>
              <a:srgbClr val="AEB6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828800"/>
            <a:ext cx="4142232" cy="420624"/>
          </a:xfrm>
          <a:prstGeom prst="roundRect">
            <a:avLst>
              <a:gd name="adj" fmla="val 17391"/>
            </a:avLst>
          </a:prstGeom>
          <a:solidFill>
            <a:srgbClr val="2A2F5B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1828800"/>
            <a:ext cx="377647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 · 关键五类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98664" y="245059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91272" y="2414016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LLM 不可用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91272" y="2670048"/>
            <a:ext cx="3538728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分钟级告警 + 23 个 CLI 适配器可替换 provider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26680" y="3026664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36" name="Text 34"/>
          <p:cNvSpPr/>
          <p:nvPr/>
        </p:nvSpPr>
        <p:spPr>
          <a:xfrm>
            <a:off x="7598664" y="309981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91272" y="3063240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任务无推进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891272" y="3319272"/>
            <a:ext cx="3538728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收敛巡检 + last-touch 卡死告警 + 重派工入口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26680" y="3675888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40" name="Text 38"/>
          <p:cNvSpPr/>
          <p:nvPr/>
        </p:nvSpPr>
        <p:spPr>
          <a:xfrm>
            <a:off x="7598664" y="374904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891272" y="3712464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假绿 / 自测自证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91272" y="3968496"/>
            <a:ext cx="3538728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Runner 代跑 + 无证据硬性拒收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726680" y="4325112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44" name="Text 42"/>
          <p:cNvSpPr/>
          <p:nvPr/>
        </p:nvSpPr>
        <p:spPr>
          <a:xfrm>
            <a:off x="7598664" y="439826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91272" y="4361688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 / 回滚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91272" y="4617720"/>
            <a:ext cx="3538728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三阶段回滚 + 迁移补偿 + 跨仓一致恢复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26680" y="4974336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48" name="Text 46"/>
          <p:cNvSpPr/>
          <p:nvPr/>
        </p:nvSpPr>
        <p:spPr>
          <a:xfrm>
            <a:off x="7598664" y="50474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891272" y="5010912"/>
            <a:ext cx="35387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观测后端安全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891272" y="5266944"/>
            <a:ext cx="3538728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监听隔离 + 密钥脱敏 + 脚本来源审阅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4360" y="5943600"/>
            <a:ext cx="11000232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5943600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整体可行性结论：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进展扎实 · 计划清晰 · 风险可控 —— 已具备规模化验证与参赛交付条件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2026-08-16T11:00:18Z</dcterms:created>
  <dcterms:modified xsi:type="dcterms:W3CDTF">2026-08-16T11:00:18Z</dcterms:modified>
</cp:coreProperties>
</file>